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6"/>
  </p:notesMasterIdLst>
  <p:sldIdLst>
    <p:sldId id="256" r:id="rId3"/>
    <p:sldId id="260" r:id="rId4"/>
    <p:sldId id="267" r:id="rId5"/>
    <p:sldId id="261" r:id="rId6"/>
    <p:sldId id="262" r:id="rId7"/>
    <p:sldId id="263" r:id="rId8"/>
    <p:sldId id="265" r:id="rId9"/>
    <p:sldId id="272" r:id="rId10"/>
    <p:sldId id="270" r:id="rId11"/>
    <p:sldId id="271" r:id="rId12"/>
    <p:sldId id="264" r:id="rId13"/>
    <p:sldId id="269"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7F492FB-B5B4-4BC3-9F4D-A068782B3F4C}">
          <p14:sldIdLst>
            <p14:sldId id="256"/>
            <p14:sldId id="260"/>
            <p14:sldId id="267"/>
            <p14:sldId id="261"/>
            <p14:sldId id="262"/>
            <p14:sldId id="263"/>
            <p14:sldId id="265"/>
          </p14:sldIdLst>
        </p14:section>
        <p14:section name="Summary Section" id="{01F331E2-7F48-409B-B81B-D9225D305530}">
          <p14:sldIdLst>
            <p14:sldId id="272"/>
          </p14:sldIdLst>
        </p14:section>
        <p14:section name="Section 1" id="{4D46B612-F856-4946-955F-408F50E3AA4B}">
          <p14:sldIdLst>
            <p14:sldId id="270"/>
          </p14:sldIdLst>
        </p14:section>
        <p14:section name="Section 2" id="{5A171CC6-E43B-4F1E-BFAD-90FC272607CB}">
          <p14:sldIdLst>
            <p14:sldId id="271"/>
            <p14:sldId id="264"/>
            <p14:sldId id="269"/>
            <p14:sldId id="266"/>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jj9PTOguM8XmNxWkUaKz6Lr0pC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8E48EC-29BA-40A1-8311-D263701EB0CD}" v="202" dt="2025-08-20T05:31:43.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nd kuthe" userId="7a21fdf4916ef81f" providerId="LiveId" clId="{428E48EC-29BA-40A1-8311-D263701EB0CD}"/>
    <pc:docChg chg="undo redo custSel addSld delSld modSld modMainMaster addSection modSection">
      <pc:chgData name="mukund kuthe" userId="7a21fdf4916ef81f" providerId="LiveId" clId="{428E48EC-29BA-40A1-8311-D263701EB0CD}" dt="2025-08-20T05:31:43.578" v="796"/>
      <pc:docMkLst>
        <pc:docMk/>
      </pc:docMkLst>
      <pc:sldChg chg="modSp mod modTransition">
        <pc:chgData name="mukund kuthe" userId="7a21fdf4916ef81f" providerId="LiveId" clId="{428E48EC-29BA-40A1-8311-D263701EB0CD}" dt="2025-08-20T05:30:08.658" v="791"/>
        <pc:sldMkLst>
          <pc:docMk/>
          <pc:sldMk cId="0" sldId="256"/>
        </pc:sldMkLst>
        <pc:spChg chg="mod">
          <ac:chgData name="mukund kuthe" userId="7a21fdf4916ef81f" providerId="LiveId" clId="{428E48EC-29BA-40A1-8311-D263701EB0CD}" dt="2025-08-17T06:33:57.906" v="464" actId="20577"/>
          <ac:spMkLst>
            <pc:docMk/>
            <pc:sldMk cId="0" sldId="256"/>
            <ac:spMk id="155" creationId="{00000000-0000-0000-0000-000000000000}"/>
          </ac:spMkLst>
        </pc:spChg>
        <pc:spChg chg="mod">
          <ac:chgData name="mukund kuthe" userId="7a21fdf4916ef81f" providerId="LiveId" clId="{428E48EC-29BA-40A1-8311-D263701EB0CD}" dt="2025-08-17T06:38:52.936" v="564" actId="20577"/>
          <ac:spMkLst>
            <pc:docMk/>
            <pc:sldMk cId="0" sldId="256"/>
            <ac:spMk id="231" creationId="{00000000-0000-0000-0000-000000000000}"/>
          </ac:spMkLst>
        </pc:spChg>
        <pc:spChg chg="mod">
          <ac:chgData name="mukund kuthe" userId="7a21fdf4916ef81f" providerId="LiveId" clId="{428E48EC-29BA-40A1-8311-D263701EB0CD}" dt="2025-08-17T06:37:50.578" v="522" actId="20577"/>
          <ac:spMkLst>
            <pc:docMk/>
            <pc:sldMk cId="0" sldId="256"/>
            <ac:spMk id="307" creationId="{00000000-0000-0000-0000-000000000000}"/>
          </ac:spMkLst>
        </pc:spChg>
      </pc:sldChg>
      <pc:sldChg chg="del">
        <pc:chgData name="mukund kuthe" userId="7a21fdf4916ef81f" providerId="LiveId" clId="{428E48EC-29BA-40A1-8311-D263701EB0CD}" dt="2025-08-16T14:48:02.557" v="246" actId="2696"/>
        <pc:sldMkLst>
          <pc:docMk/>
          <pc:sldMk cId="780604188" sldId="258"/>
        </pc:sldMkLst>
      </pc:sldChg>
      <pc:sldChg chg="addSp delSp modSp mod modTransition">
        <pc:chgData name="mukund kuthe" userId="7a21fdf4916ef81f" providerId="LiveId" clId="{428E48EC-29BA-40A1-8311-D263701EB0CD}" dt="2025-08-20T05:30:08.658" v="791"/>
        <pc:sldMkLst>
          <pc:docMk/>
          <pc:sldMk cId="2842050053" sldId="260"/>
        </pc:sldMkLst>
        <pc:spChg chg="add mod">
          <ac:chgData name="mukund kuthe" userId="7a21fdf4916ef81f" providerId="LiveId" clId="{428E48EC-29BA-40A1-8311-D263701EB0CD}" dt="2025-08-16T14:49:39.898" v="270" actId="1076"/>
          <ac:spMkLst>
            <pc:docMk/>
            <pc:sldMk cId="2842050053" sldId="260"/>
            <ac:spMk id="4" creationId="{51489880-9D0F-B54E-8695-CBA780DF28DF}"/>
          </ac:spMkLst>
        </pc:spChg>
        <pc:spChg chg="add mod">
          <ac:chgData name="mukund kuthe" userId="7a21fdf4916ef81f" providerId="LiveId" clId="{428E48EC-29BA-40A1-8311-D263701EB0CD}" dt="2025-08-17T06:33:42.645" v="439" actId="122"/>
          <ac:spMkLst>
            <pc:docMk/>
            <pc:sldMk cId="2842050053" sldId="260"/>
            <ac:spMk id="5" creationId="{9C4DA94B-E5BC-1D5E-28BE-76386C8DFF3A}"/>
          </ac:spMkLst>
        </pc:spChg>
        <pc:picChg chg="add del mod">
          <ac:chgData name="mukund kuthe" userId="7a21fdf4916ef81f" providerId="LiveId" clId="{428E48EC-29BA-40A1-8311-D263701EB0CD}" dt="2025-08-16T14:49:47.503" v="272" actId="1076"/>
          <ac:picMkLst>
            <pc:docMk/>
            <pc:sldMk cId="2842050053" sldId="260"/>
            <ac:picMk id="8194" creationId="{2C23CC96-E38E-D9E7-96F3-C465C7DFD39D}"/>
          </ac:picMkLst>
        </pc:picChg>
      </pc:sldChg>
      <pc:sldChg chg="addSp delSp modSp mod modTransition">
        <pc:chgData name="mukund kuthe" userId="7a21fdf4916ef81f" providerId="LiveId" clId="{428E48EC-29BA-40A1-8311-D263701EB0CD}" dt="2025-08-20T05:30:08.658" v="791"/>
        <pc:sldMkLst>
          <pc:docMk/>
          <pc:sldMk cId="4251270984" sldId="261"/>
        </pc:sldMkLst>
        <pc:spChg chg="add mod">
          <ac:chgData name="mukund kuthe" userId="7a21fdf4916ef81f" providerId="LiveId" clId="{428E48EC-29BA-40A1-8311-D263701EB0CD}" dt="2025-08-17T08:23:28.628" v="698" actId="1076"/>
          <ac:spMkLst>
            <pc:docMk/>
            <pc:sldMk cId="4251270984" sldId="261"/>
            <ac:spMk id="7" creationId="{E084D4D5-AE31-5F3A-958B-6698D7A59961}"/>
          </ac:spMkLst>
        </pc:spChg>
        <pc:spChg chg="add mod">
          <ac:chgData name="mukund kuthe" userId="7a21fdf4916ef81f" providerId="LiveId" clId="{428E48EC-29BA-40A1-8311-D263701EB0CD}" dt="2025-08-17T08:24:01.034" v="723" actId="2711"/>
          <ac:spMkLst>
            <pc:docMk/>
            <pc:sldMk cId="4251270984" sldId="261"/>
            <ac:spMk id="15" creationId="{7E39FA8F-61BC-036B-BD49-DFD8A6493DEE}"/>
          </ac:spMkLst>
        </pc:spChg>
        <pc:picChg chg="add mod">
          <ac:chgData name="mukund kuthe" userId="7a21fdf4916ef81f" providerId="LiveId" clId="{428E48EC-29BA-40A1-8311-D263701EB0CD}" dt="2025-08-17T08:24:16.837" v="725" actId="1076"/>
          <ac:picMkLst>
            <pc:docMk/>
            <pc:sldMk cId="4251270984" sldId="261"/>
            <ac:picMk id="3" creationId="{711A4A20-FF99-F8F1-D410-E7B80DD0911F}"/>
          </ac:picMkLst>
        </pc:picChg>
      </pc:sldChg>
      <pc:sldChg chg="addSp delSp modSp mod modTransition">
        <pc:chgData name="mukund kuthe" userId="7a21fdf4916ef81f" providerId="LiveId" clId="{428E48EC-29BA-40A1-8311-D263701EB0CD}" dt="2025-08-20T05:30:08.658" v="791"/>
        <pc:sldMkLst>
          <pc:docMk/>
          <pc:sldMk cId="1690554389" sldId="262"/>
        </pc:sldMkLst>
        <pc:spChg chg="add del mod">
          <ac:chgData name="mukund kuthe" userId="7a21fdf4916ef81f" providerId="LiveId" clId="{428E48EC-29BA-40A1-8311-D263701EB0CD}" dt="2025-08-17T08:45:57.646" v="770" actId="14100"/>
          <ac:spMkLst>
            <pc:docMk/>
            <pc:sldMk cId="1690554389" sldId="262"/>
            <ac:spMk id="5" creationId="{D87B99DD-4334-AC42-BB39-FF01BA2F8379}"/>
          </ac:spMkLst>
        </pc:spChg>
      </pc:sldChg>
      <pc:sldChg chg="addSp modSp mod modTransition">
        <pc:chgData name="mukund kuthe" userId="7a21fdf4916ef81f" providerId="LiveId" clId="{428E48EC-29BA-40A1-8311-D263701EB0CD}" dt="2025-08-20T05:30:08.658" v="791"/>
        <pc:sldMkLst>
          <pc:docMk/>
          <pc:sldMk cId="4011573209" sldId="263"/>
        </pc:sldMkLst>
        <pc:spChg chg="add mod">
          <ac:chgData name="mukund kuthe" userId="7a21fdf4916ef81f" providerId="LiveId" clId="{428E48EC-29BA-40A1-8311-D263701EB0CD}" dt="2025-08-16T14:46:51.883" v="244" actId="1076"/>
          <ac:spMkLst>
            <pc:docMk/>
            <pc:sldMk cId="4011573209" sldId="263"/>
            <ac:spMk id="4" creationId="{D394FC7A-BC40-3285-F3BA-94E7B0E2B138}"/>
          </ac:spMkLst>
        </pc:spChg>
        <pc:graphicFrameChg chg="add mod modGraphic">
          <ac:chgData name="mukund kuthe" userId="7a21fdf4916ef81f" providerId="LiveId" clId="{428E48EC-29BA-40A1-8311-D263701EB0CD}" dt="2025-08-17T08:07:20.611" v="620" actId="2711"/>
          <ac:graphicFrameMkLst>
            <pc:docMk/>
            <pc:sldMk cId="4011573209" sldId="263"/>
            <ac:graphicFrameMk id="2" creationId="{4DEB6001-AC85-FD81-7092-7D8CACB4027A}"/>
          </ac:graphicFrameMkLst>
        </pc:graphicFrameChg>
      </pc:sldChg>
      <pc:sldChg chg="addSp delSp modSp mod modTransition">
        <pc:chgData name="mukund kuthe" userId="7a21fdf4916ef81f" providerId="LiveId" clId="{428E48EC-29BA-40A1-8311-D263701EB0CD}" dt="2025-08-20T05:30:08.658" v="791"/>
        <pc:sldMkLst>
          <pc:docMk/>
          <pc:sldMk cId="1751611713" sldId="264"/>
        </pc:sldMkLst>
        <pc:picChg chg="add del mod">
          <ac:chgData name="mukund kuthe" userId="7a21fdf4916ef81f" providerId="LiveId" clId="{428E48EC-29BA-40A1-8311-D263701EB0CD}" dt="2025-08-16T14:13:48.946" v="53" actId="1076"/>
          <ac:picMkLst>
            <pc:docMk/>
            <pc:sldMk cId="1751611713" sldId="264"/>
            <ac:picMk id="1026" creationId="{6B61AC59-E486-6BC7-0124-11328080E13C}"/>
          </ac:picMkLst>
        </pc:picChg>
      </pc:sldChg>
      <pc:sldChg chg="addSp delSp modSp mod modTransition">
        <pc:chgData name="mukund kuthe" userId="7a21fdf4916ef81f" providerId="LiveId" clId="{428E48EC-29BA-40A1-8311-D263701EB0CD}" dt="2025-08-20T05:30:08.658" v="791"/>
        <pc:sldMkLst>
          <pc:docMk/>
          <pc:sldMk cId="1811825660" sldId="265"/>
        </pc:sldMkLst>
        <pc:spChg chg="add mod">
          <ac:chgData name="mukund kuthe" userId="7a21fdf4916ef81f" providerId="LiveId" clId="{428E48EC-29BA-40A1-8311-D263701EB0CD}" dt="2025-08-17T08:07:50.346" v="623" actId="255"/>
          <ac:spMkLst>
            <pc:docMk/>
            <pc:sldMk cId="1811825660" sldId="265"/>
            <ac:spMk id="9" creationId="{8B92891A-88CC-49C8-65EB-4009A9497F0D}"/>
          </ac:spMkLst>
        </pc:spChg>
        <pc:spChg chg="add mod">
          <ac:chgData name="mukund kuthe" userId="7a21fdf4916ef81f" providerId="LiveId" clId="{428E48EC-29BA-40A1-8311-D263701EB0CD}" dt="2025-08-17T06:27:57.771" v="377" actId="122"/>
          <ac:spMkLst>
            <pc:docMk/>
            <pc:sldMk cId="1811825660" sldId="265"/>
            <ac:spMk id="12" creationId="{AC80949E-E24D-F7CB-1521-9EB5CF0AFF15}"/>
          </ac:spMkLst>
        </pc:spChg>
        <pc:picChg chg="add mod">
          <ac:chgData name="mukund kuthe" userId="7a21fdf4916ef81f" providerId="LiveId" clId="{428E48EC-29BA-40A1-8311-D263701EB0CD}" dt="2025-08-17T06:27:27.456" v="349" actId="1076"/>
          <ac:picMkLst>
            <pc:docMk/>
            <pc:sldMk cId="1811825660" sldId="265"/>
            <ac:picMk id="11" creationId="{6AAC6AAD-A140-066E-47EB-31CE007B41B7}"/>
          </ac:picMkLst>
        </pc:picChg>
        <pc:picChg chg="add mod">
          <ac:chgData name="mukund kuthe" userId="7a21fdf4916ef81f" providerId="LiveId" clId="{428E48EC-29BA-40A1-8311-D263701EB0CD}" dt="2025-08-17T06:30:45.905" v="388" actId="14100"/>
          <ac:picMkLst>
            <pc:docMk/>
            <pc:sldMk cId="1811825660" sldId="265"/>
            <ac:picMk id="14" creationId="{09BE39BE-E1F9-6333-805F-3B5BCBEA36A7}"/>
          </ac:picMkLst>
        </pc:picChg>
        <pc:picChg chg="add mod">
          <ac:chgData name="mukund kuthe" userId="7a21fdf4916ef81f" providerId="LiveId" clId="{428E48EC-29BA-40A1-8311-D263701EB0CD}" dt="2025-08-17T06:32:01.053" v="401" actId="14100"/>
          <ac:picMkLst>
            <pc:docMk/>
            <pc:sldMk cId="1811825660" sldId="265"/>
            <ac:picMk id="15" creationId="{64CDA91C-844E-2A88-2478-115C362C20B6}"/>
          </ac:picMkLst>
        </pc:picChg>
      </pc:sldChg>
      <pc:sldChg chg="modTransition">
        <pc:chgData name="mukund kuthe" userId="7a21fdf4916ef81f" providerId="LiveId" clId="{428E48EC-29BA-40A1-8311-D263701EB0CD}" dt="2025-08-20T05:30:08.658" v="791"/>
        <pc:sldMkLst>
          <pc:docMk/>
          <pc:sldMk cId="3034023999" sldId="266"/>
        </pc:sldMkLst>
      </pc:sldChg>
      <pc:sldChg chg="addSp delSp modSp mod modTransition modAnim">
        <pc:chgData name="mukund kuthe" userId="7a21fdf4916ef81f" providerId="LiveId" clId="{428E48EC-29BA-40A1-8311-D263701EB0CD}" dt="2025-08-20T05:31:43.578" v="796"/>
        <pc:sldMkLst>
          <pc:docMk/>
          <pc:sldMk cId="644132029" sldId="267"/>
        </pc:sldMkLst>
        <pc:spChg chg="add mod">
          <ac:chgData name="mukund kuthe" userId="7a21fdf4916ef81f" providerId="LiveId" clId="{428E48EC-29BA-40A1-8311-D263701EB0CD}" dt="2025-08-17T08:06:45.373" v="619" actId="2711"/>
          <ac:spMkLst>
            <pc:docMk/>
            <pc:sldMk cId="644132029" sldId="267"/>
            <ac:spMk id="2" creationId="{C88EEBEB-59B7-9528-D3F5-96DC8220564B}"/>
          </ac:spMkLst>
        </pc:spChg>
      </pc:sldChg>
      <pc:sldChg chg="addSp delSp modSp del mod">
        <pc:chgData name="mukund kuthe" userId="7a21fdf4916ef81f" providerId="LiveId" clId="{428E48EC-29BA-40A1-8311-D263701EB0CD}" dt="2025-08-16T14:19:51.789" v="105" actId="2696"/>
        <pc:sldMkLst>
          <pc:docMk/>
          <pc:sldMk cId="2627872334" sldId="268"/>
        </pc:sldMkLst>
      </pc:sldChg>
      <pc:sldChg chg="addSp modSp mod modTransition">
        <pc:chgData name="mukund kuthe" userId="7a21fdf4916ef81f" providerId="LiveId" clId="{428E48EC-29BA-40A1-8311-D263701EB0CD}" dt="2025-08-20T05:30:08.658" v="791"/>
        <pc:sldMkLst>
          <pc:docMk/>
          <pc:sldMk cId="554933759" sldId="269"/>
        </pc:sldMkLst>
        <pc:spChg chg="add mod">
          <ac:chgData name="mukund kuthe" userId="7a21fdf4916ef81f" providerId="LiveId" clId="{428E48EC-29BA-40A1-8311-D263701EB0CD}" dt="2025-08-17T08:08:08.761" v="624" actId="2711"/>
          <ac:spMkLst>
            <pc:docMk/>
            <pc:sldMk cId="554933759" sldId="269"/>
            <ac:spMk id="5" creationId="{E6549BFE-1E39-9AAB-DF83-77E3A34D11A8}"/>
          </ac:spMkLst>
        </pc:spChg>
      </pc:sldChg>
      <pc:sldChg chg="addSp delSp modSp add modTransition">
        <pc:chgData name="mukund kuthe" userId="7a21fdf4916ef81f" providerId="LiveId" clId="{428E48EC-29BA-40A1-8311-D263701EB0CD}" dt="2025-08-20T05:30:08.658" v="791"/>
        <pc:sldMkLst>
          <pc:docMk/>
          <pc:sldMk cId="604207713" sldId="270"/>
        </pc:sldMkLst>
        <pc:picChg chg="add mod">
          <ac:chgData name="mukund kuthe" userId="7a21fdf4916ef81f" providerId="LiveId" clId="{428E48EC-29BA-40A1-8311-D263701EB0CD}" dt="2025-08-16T14:18:10.345" v="90" actId="1076"/>
          <ac:picMkLst>
            <pc:docMk/>
            <pc:sldMk cId="604207713" sldId="270"/>
            <ac:picMk id="2" creationId="{DB784B11-6D74-ABD8-4931-34E0D483E242}"/>
          </ac:picMkLst>
        </pc:picChg>
      </pc:sldChg>
      <pc:sldChg chg="addSp delSp modSp add modTransition">
        <pc:chgData name="mukund kuthe" userId="7a21fdf4916ef81f" providerId="LiveId" clId="{428E48EC-29BA-40A1-8311-D263701EB0CD}" dt="2025-08-20T05:30:08.658" v="791"/>
        <pc:sldMkLst>
          <pc:docMk/>
          <pc:sldMk cId="1140898078" sldId="271"/>
        </pc:sldMkLst>
        <pc:picChg chg="add mod">
          <ac:chgData name="mukund kuthe" userId="7a21fdf4916ef81f" providerId="LiveId" clId="{428E48EC-29BA-40A1-8311-D263701EB0CD}" dt="2025-08-16T14:18:31.686" v="96" actId="1076"/>
          <ac:picMkLst>
            <pc:docMk/>
            <pc:sldMk cId="1140898078" sldId="271"/>
            <ac:picMk id="3" creationId="{89460C6D-61B4-DC09-071C-B271DD15ECA5}"/>
          </ac:picMkLst>
        </pc:picChg>
        <pc:picChg chg="add mod">
          <ac:chgData name="mukund kuthe" userId="7a21fdf4916ef81f" providerId="LiveId" clId="{428E48EC-29BA-40A1-8311-D263701EB0CD}" dt="2025-08-16T14:26:54.827" v="161" actId="14100"/>
          <ac:picMkLst>
            <pc:docMk/>
            <pc:sldMk cId="1140898078" sldId="271"/>
            <ac:picMk id="5" creationId="{D9ED52C9-D199-E87B-886B-6AB29287EFBF}"/>
          </ac:picMkLst>
        </pc:picChg>
      </pc:sldChg>
      <pc:sldChg chg="addSp delSp modSp new mod modTransition">
        <pc:chgData name="mukund kuthe" userId="7a21fdf4916ef81f" providerId="LiveId" clId="{428E48EC-29BA-40A1-8311-D263701EB0CD}" dt="2025-08-20T05:30:08.658" v="791"/>
        <pc:sldMkLst>
          <pc:docMk/>
          <pc:sldMk cId="2229510214" sldId="272"/>
        </pc:sldMkLst>
        <pc:spChg chg="add mod">
          <ac:chgData name="mukund kuthe" userId="7a21fdf4916ef81f" providerId="LiveId" clId="{428E48EC-29BA-40A1-8311-D263701EB0CD}" dt="2025-08-16T14:19:54.362" v="106"/>
          <ac:spMkLst>
            <pc:docMk/>
            <pc:sldMk cId="2229510214" sldId="272"/>
            <ac:spMk id="6" creationId="{00EE6BAC-AEC8-1615-DA15-10AFF85CB190}"/>
          </ac:spMkLst>
        </pc:spChg>
        <pc:spChg chg="add del mod">
          <ac:chgData name="mukund kuthe" userId="7a21fdf4916ef81f" providerId="LiveId" clId="{428E48EC-29BA-40A1-8311-D263701EB0CD}" dt="2025-08-16T14:21:27.313" v="134" actId="47"/>
          <ac:spMkLst>
            <pc:docMk/>
            <pc:sldMk cId="2229510214" sldId="272"/>
            <ac:spMk id="7" creationId="{862294DE-760D-C0F1-863A-FE255F88823D}"/>
          </ac:spMkLst>
        </pc:spChg>
        <pc:spChg chg="add del">
          <ac:chgData name="mukund kuthe" userId="7a21fdf4916ef81f" providerId="LiveId" clId="{428E48EC-29BA-40A1-8311-D263701EB0CD}" dt="2025-08-16T14:21:26.865" v="133" actId="478"/>
          <ac:spMkLst>
            <pc:docMk/>
            <pc:sldMk cId="2229510214" sldId="272"/>
            <ac:spMk id="8" creationId="{1B55B54D-9DD9-EE66-3A15-54CAD23A4E25}"/>
          </ac:spMkLst>
        </pc:spChg>
        <pc:spChg chg="add mod">
          <ac:chgData name="mukund kuthe" userId="7a21fdf4916ef81f" providerId="LiveId" clId="{428E48EC-29BA-40A1-8311-D263701EB0CD}" dt="2025-08-16T14:22:31.261" v="154" actId="122"/>
          <ac:spMkLst>
            <pc:docMk/>
            <pc:sldMk cId="2229510214" sldId="272"/>
            <ac:spMk id="12" creationId="{0E3F3BFE-2245-8A74-D3B6-8DBB39AA6E00}"/>
          </ac:spMkLst>
        </pc:spChg>
        <pc:spChg chg="add mod">
          <ac:chgData name="mukund kuthe" userId="7a21fdf4916ef81f" providerId="LiveId" clId="{428E48EC-29BA-40A1-8311-D263701EB0CD}" dt="2025-08-16T14:22:52.411" v="159" actId="122"/>
          <ac:spMkLst>
            <pc:docMk/>
            <pc:sldMk cId="2229510214" sldId="272"/>
            <ac:spMk id="13" creationId="{AB9A7398-D596-8F37-B6CF-30BC2F37AD36}"/>
          </ac:spMkLst>
        </pc:spChg>
        <pc:graphicFrameChg chg="add mod modGraphic">
          <ac:chgData name="mukund kuthe" userId="7a21fdf4916ef81f" providerId="LiveId" clId="{428E48EC-29BA-40A1-8311-D263701EB0CD}" dt="2025-08-16T14:22:19.708" v="152" actId="1076"/>
          <ac:graphicFrameMkLst>
            <pc:docMk/>
            <pc:sldMk cId="2229510214" sldId="272"/>
            <ac:graphicFrameMk id="5" creationId="{724DCE2D-D85B-F39C-4F67-AC8CC8FB78C1}"/>
          </ac:graphicFrameMkLst>
        </pc:graphicFrameChg>
      </pc:sldChg>
      <pc:sldMasterChg chg="modTransition modSldLayout">
        <pc:chgData name="mukund kuthe" userId="7a21fdf4916ef81f" providerId="LiveId" clId="{428E48EC-29BA-40A1-8311-D263701EB0CD}" dt="2025-08-20T05:30:08.658" v="791"/>
        <pc:sldMasterMkLst>
          <pc:docMk/>
          <pc:sldMasterMk cId="0" sldId="2147483648"/>
        </pc:sldMasterMkLst>
        <pc:sldLayoutChg chg="modTransition">
          <pc:chgData name="mukund kuthe" userId="7a21fdf4916ef81f" providerId="LiveId" clId="{428E48EC-29BA-40A1-8311-D263701EB0CD}" dt="2025-08-20T05:30:08.658" v="791"/>
          <pc:sldLayoutMkLst>
            <pc:docMk/>
            <pc:sldMasterMk cId="0" sldId="2147483648"/>
            <pc:sldLayoutMk cId="0" sldId="2147483649"/>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0"/>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1"/>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2"/>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3"/>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4"/>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5"/>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6"/>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7"/>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8"/>
          </pc:sldLayoutMkLst>
        </pc:sldLayoutChg>
        <pc:sldLayoutChg chg="modTransition">
          <pc:chgData name="mukund kuthe" userId="7a21fdf4916ef81f" providerId="LiveId" clId="{428E48EC-29BA-40A1-8311-D263701EB0CD}" dt="2025-08-20T05:30:08.658" v="791"/>
          <pc:sldLayoutMkLst>
            <pc:docMk/>
            <pc:sldMasterMk cId="0" sldId="2147483648"/>
            <pc:sldLayoutMk cId="0" sldId="2147483659"/>
          </pc:sldLayoutMkLst>
        </pc:sldLayoutChg>
      </pc:sldMasterChg>
      <pc:sldMasterChg chg="modTransition delSldLayout modSldLayout">
        <pc:chgData name="mukund kuthe" userId="7a21fdf4916ef81f" providerId="LiveId" clId="{428E48EC-29BA-40A1-8311-D263701EB0CD}" dt="2025-08-20T05:30:08.658" v="791"/>
        <pc:sldMasterMkLst>
          <pc:docMk/>
          <pc:sldMasterMk cId="0" sldId="2147483660"/>
        </pc:sldMasterMkLst>
        <pc:sldLayoutChg chg="del">
          <pc:chgData name="mukund kuthe" userId="7a21fdf4916ef81f" providerId="LiveId" clId="{428E48EC-29BA-40A1-8311-D263701EB0CD}" dt="2025-08-16T14:48:02.557" v="246" actId="2696"/>
          <pc:sldLayoutMkLst>
            <pc:docMk/>
            <pc:sldMasterMk cId="0" sldId="2147483660"/>
            <pc:sldLayoutMk cId="0" sldId="2147483662"/>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63"/>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64"/>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65"/>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66"/>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67"/>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68"/>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69"/>
          </pc:sldLayoutMkLst>
        </pc:sldLayoutChg>
        <pc:sldLayoutChg chg="modTransition">
          <pc:chgData name="mukund kuthe" userId="7a21fdf4916ef81f" providerId="LiveId" clId="{428E48EC-29BA-40A1-8311-D263701EB0CD}" dt="2025-08-20T05:30:08.658" v="791"/>
          <pc:sldLayoutMkLst>
            <pc:docMk/>
            <pc:sldMasterMk cId="0" sldId="2147483660"/>
            <pc:sldLayoutMk cId="0" sldId="2147483670"/>
          </pc:sldLayoutMkLst>
        </pc:sldLayoutChg>
        <pc:sldLayoutChg chg="modTransition">
          <pc:chgData name="mukund kuthe" userId="7a21fdf4916ef81f" providerId="LiveId" clId="{428E48EC-29BA-40A1-8311-D263701EB0CD}" dt="2025-08-20T05:30:08.658" v="791"/>
          <pc:sldLayoutMkLst>
            <pc:docMk/>
            <pc:sldMasterMk cId="0" sldId="2147483660"/>
            <pc:sldLayoutMk cId="1882431508"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40983067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4229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3423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121494D-25E5-769E-E5EF-E17F5D788629}"/>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AC1BD3D-23DF-5478-D1AF-07510FE6C7A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1" name="Google Shape;121;p4:notes">
            <a:extLst>
              <a:ext uri="{FF2B5EF4-FFF2-40B4-BE49-F238E27FC236}">
                <a16:creationId xmlns:a16="http://schemas.microsoft.com/office/drawing/2014/main" id="{B9F94FCB-7950-CAB4-0CF6-F425AC08A0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9002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7" name="Google Shape;12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1924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6148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2"/>
          <p:cNvSpPr>
            <a:spLocks noGrp="1"/>
          </p:cNvSpPr>
          <p:nvPr>
            <p:ph type="pic" idx="2"/>
          </p:nvPr>
        </p:nvSpPr>
        <p:spPr>
          <a:xfrm>
            <a:off x="5183188" y="987425"/>
            <a:ext cx="6172200" cy="4873625"/>
          </a:xfrm>
          <a:prstGeom prst="rect">
            <a:avLst/>
          </a:prstGeom>
          <a:noFill/>
          <a:ln>
            <a:noFill/>
          </a:ln>
        </p:spPr>
      </p:sp>
      <p:sp>
        <p:nvSpPr>
          <p:cNvPr id="64" name="Google Shape;64;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99" name="Google Shape;99;g276d8240beb_2_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g276d8240beb_2_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g276d8240beb_2_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g276d8240beb_2_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g276d8240beb_2_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g276d8240beb_2_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5"/>
        <p:cNvGrpSpPr/>
        <p:nvPr/>
      </p:nvGrpSpPr>
      <p:grpSpPr>
        <a:xfrm>
          <a:off x="0" y="0"/>
          <a:ext cx="0" cy="0"/>
          <a:chOff x="0" y="0"/>
          <a:chExt cx="0" cy="0"/>
        </a:xfrm>
      </p:grpSpPr>
      <p:sp>
        <p:nvSpPr>
          <p:cNvPr id="106" name="Google Shape;106;g276d8240beb_2_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g276d8240beb_2_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8" name="Google Shape;108;g276d8240beb_2_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g276d8240beb_2_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276d8240beb_2_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276d8240beb_2_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g276d8240beb_2_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g276d8240beb_2_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g276d8240beb_2_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g276d8240beb_2_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g276d8240beb_2_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g276d8240beb_2_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9"/>
        <p:cNvGrpSpPr/>
        <p:nvPr/>
      </p:nvGrpSpPr>
      <p:grpSpPr>
        <a:xfrm>
          <a:off x="0" y="0"/>
          <a:ext cx="0" cy="0"/>
          <a:chOff x="0" y="0"/>
          <a:chExt cx="0" cy="0"/>
        </a:xfrm>
      </p:grpSpPr>
      <p:sp>
        <p:nvSpPr>
          <p:cNvPr id="120" name="Google Shape;120;g276d8240beb_2_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g276d8240beb_2_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g276d8240beb_2_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3"/>
        <p:cNvGrpSpPr/>
        <p:nvPr/>
      </p:nvGrpSpPr>
      <p:grpSpPr>
        <a:xfrm>
          <a:off x="0" y="0"/>
          <a:ext cx="0" cy="0"/>
          <a:chOff x="0" y="0"/>
          <a:chExt cx="0" cy="0"/>
        </a:xfrm>
      </p:grpSpPr>
      <p:sp>
        <p:nvSpPr>
          <p:cNvPr id="124" name="Google Shape;124;g276d8240beb_2_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g276d8240beb_2_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6" name="Google Shape;126;g276d8240beb_2_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7" name="Google Shape;127;g276d8240beb_2_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g276d8240beb_2_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g276d8240beb_2_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0"/>
        <p:cNvGrpSpPr/>
        <p:nvPr/>
      </p:nvGrpSpPr>
      <p:grpSpPr>
        <a:xfrm>
          <a:off x="0" y="0"/>
          <a:ext cx="0" cy="0"/>
          <a:chOff x="0" y="0"/>
          <a:chExt cx="0" cy="0"/>
        </a:xfrm>
      </p:grpSpPr>
      <p:sp>
        <p:nvSpPr>
          <p:cNvPr id="131" name="Google Shape;131;g276d8240beb_2_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g276d8240beb_2_56"/>
          <p:cNvSpPr>
            <a:spLocks noGrp="1"/>
          </p:cNvSpPr>
          <p:nvPr>
            <p:ph type="pic" idx="2"/>
          </p:nvPr>
        </p:nvSpPr>
        <p:spPr>
          <a:xfrm>
            <a:off x="5183188" y="987425"/>
            <a:ext cx="6172200" cy="4873625"/>
          </a:xfrm>
          <a:prstGeom prst="rect">
            <a:avLst/>
          </a:prstGeom>
          <a:noFill/>
          <a:ln>
            <a:noFill/>
          </a:ln>
        </p:spPr>
      </p:sp>
      <p:sp>
        <p:nvSpPr>
          <p:cNvPr id="133" name="Google Shape;133;g276d8240beb_2_5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4" name="Google Shape;134;g276d8240beb_2_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276d8240beb_2_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g276d8240beb_2_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sp>
        <p:nvSpPr>
          <p:cNvPr id="138" name="Google Shape;138;g276d8240beb_2_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g276d8240beb_2_6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0" name="Google Shape;140;g276d8240beb_2_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g276d8240beb_2_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g276d8240beb_2_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g276d8240beb_2_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g276d8240beb_2_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g276d8240beb_2_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g276d8240beb_2_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276d8240beb_2_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220085-485E-3D41-9E8C-8B5FF8B68F41}" type="datetimeFigureOut">
              <a:rPr lang="en-US" smtClean="0"/>
              <a:pPr/>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5A4F91-2D9D-C341-9D13-C4E1D5ACAB1F}" type="slidenum">
              <a:rPr lang="en-US" smtClean="0"/>
              <a:pPr/>
              <a:t>‹#›</a:t>
            </a:fld>
            <a:endParaRPr lang="en-US"/>
          </a:p>
        </p:txBody>
      </p:sp>
    </p:spTree>
    <p:extLst>
      <p:ext uri="{BB962C8B-B14F-4D97-AF65-F5344CB8AC3E}">
        <p14:creationId xmlns:p14="http://schemas.microsoft.com/office/powerpoint/2010/main" val="18824315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g276d8240beb_2_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g276d8240beb_2_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g276d8240beb_2_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g276d8240beb_2_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g276d8240beb_2_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
          <p:cNvSpPr txBox="1"/>
          <p:nvPr/>
        </p:nvSpPr>
        <p:spPr>
          <a:xfrm>
            <a:off x="2618502" y="6005999"/>
            <a:ext cx="6579900" cy="3693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99"/>
                </a:solidFill>
                <a:latin typeface="Times New Roman"/>
                <a:ea typeface="Times New Roman"/>
                <a:cs typeface="Times New Roman"/>
                <a:sym typeface="Times New Roman"/>
              </a:rPr>
              <a:t>Symbiosis Institute of Technology, Nagpur Campus (SIT-N)</a:t>
            </a:r>
            <a:endParaRPr sz="1800" b="1" i="0" u="none" strike="noStrike" cap="none" dirty="0">
              <a:solidFill>
                <a:srgbClr val="000099"/>
              </a:solidFill>
              <a:latin typeface="Times New Roman"/>
              <a:ea typeface="Times New Roman"/>
              <a:cs typeface="Times New Roman"/>
              <a:sym typeface="Times New Roman"/>
            </a:endParaRPr>
          </a:p>
        </p:txBody>
      </p:sp>
      <p:sp>
        <p:nvSpPr>
          <p:cNvPr id="154" name="Google Shape;154;p1"/>
          <p:cNvSpPr txBox="1"/>
          <p:nvPr/>
        </p:nvSpPr>
        <p:spPr>
          <a:xfrm>
            <a:off x="867160" y="955272"/>
            <a:ext cx="10082583" cy="1938952"/>
          </a:xfrm>
          <a:prstGeom prst="rect">
            <a:avLst/>
          </a:prstGeom>
          <a:noFill/>
          <a:ln>
            <a:noFill/>
          </a:ln>
        </p:spPr>
        <p:txBody>
          <a:bodyPr spcFirstLastPara="1" wrap="square" lIns="91425" tIns="45700" rIns="91425" bIns="45700" anchor="ctr" anchorCtr="0">
            <a:spAutoFit/>
          </a:bodyPr>
          <a:lstStyle/>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Department of Computer Science and Engineering</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CA: Seminar </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of </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One Month Industry Internship</a:t>
            </a:r>
          </a:p>
          <a:p>
            <a:pPr algn="ctr"/>
            <a:r>
              <a:rPr lang="en-US" sz="2400" b="1" dirty="0">
                <a:solidFill>
                  <a:srgbClr val="FF0000"/>
                </a:solidFill>
                <a:latin typeface="Times New Roman" panose="02020603050405020304" pitchFamily="18" charset="0"/>
                <a:cs typeface="Times New Roman" panose="02020603050405020304" pitchFamily="18" charset="0"/>
              </a:rPr>
              <a:t>Session: 2025-26</a:t>
            </a:r>
          </a:p>
        </p:txBody>
      </p:sp>
      <p:sp>
        <p:nvSpPr>
          <p:cNvPr id="155" name="Google Shape;155;p1"/>
          <p:cNvSpPr txBox="1"/>
          <p:nvPr/>
        </p:nvSpPr>
        <p:spPr>
          <a:xfrm>
            <a:off x="162115" y="3400630"/>
            <a:ext cx="3862500" cy="13233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         Presented By:</a:t>
            </a:r>
          </a:p>
          <a:p>
            <a:pPr marL="0" marR="0" lvl="0" indent="0" algn="l"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Name: Mukund Kuthe</a:t>
            </a:r>
          </a:p>
          <a:p>
            <a:pPr marL="0" marR="0" lvl="0" indent="0" algn="l"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PRN: 23070521082</a:t>
            </a:r>
            <a:endParaRPr sz="2000" dirty="0">
              <a:solidFill>
                <a:srgbClr val="000099"/>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rgbClr val="000099"/>
              </a:solidFill>
              <a:latin typeface="Times New Roman"/>
              <a:ea typeface="Times New Roman"/>
              <a:cs typeface="Times New Roman"/>
              <a:sym typeface="Times New Roman"/>
            </a:endParaRPr>
          </a:p>
        </p:txBody>
      </p:sp>
      <p:grpSp>
        <p:nvGrpSpPr>
          <p:cNvPr id="156" name="Google Shape;156;p1"/>
          <p:cNvGrpSpPr/>
          <p:nvPr/>
        </p:nvGrpSpPr>
        <p:grpSpPr>
          <a:xfrm>
            <a:off x="4232" y="6382984"/>
            <a:ext cx="12192000" cy="476250"/>
            <a:chOff x="0" y="6381750"/>
            <a:chExt cx="12192000" cy="476250"/>
          </a:xfrm>
        </p:grpSpPr>
        <p:sp>
          <p:nvSpPr>
            <p:cNvPr id="157" name="Google Shape;157;p1"/>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grpSp>
          <p:nvGrpSpPr>
            <p:cNvPr id="158" name="Google Shape;158;p1"/>
            <p:cNvGrpSpPr/>
            <p:nvPr/>
          </p:nvGrpSpPr>
          <p:grpSpPr>
            <a:xfrm>
              <a:off x="160089" y="6467143"/>
              <a:ext cx="4087748" cy="273466"/>
              <a:chOff x="4366684" y="2926127"/>
              <a:chExt cx="3278335" cy="2571063"/>
            </a:xfrm>
          </p:grpSpPr>
          <p:sp>
            <p:nvSpPr>
              <p:cNvPr id="159" name="Google Shape;159;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0" name="Google Shape;160;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1" name="Google Shape;161;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2" name="Google Shape;162;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3" name="Google Shape;163;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4" name="Google Shape;164;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5" name="Google Shape;165;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6" name="Google Shape;166;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7" name="Google Shape;167;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8" name="Google Shape;168;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69" name="Google Shape;169;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0" name="Google Shape;170;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1" name="Google Shape;171;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2" name="Google Shape;172;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3" name="Google Shape;173;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4" name="Google Shape;174;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5" name="Google Shape;175;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6" name="Google Shape;176;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7" name="Google Shape;177;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8" name="Google Shape;178;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79" name="Google Shape;179;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0" name="Google Shape;180;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1" name="Google Shape;181;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2" name="Google Shape;182;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3" name="Google Shape;183;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4" name="Google Shape;184;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5" name="Google Shape;185;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6" name="Google Shape;186;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7" name="Google Shape;187;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8" name="Google Shape;188;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89" name="Google Shape;189;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90" name="Google Shape;190;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91" name="Google Shape;191;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92" name="Google Shape;192;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193" name="Google Shape;193;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grpSp>
      </p:grpSp>
      <p:pic>
        <p:nvPicPr>
          <p:cNvPr id="194" name="Google Shape;194;p1"/>
          <p:cNvPicPr preferRelativeResize="0"/>
          <p:nvPr/>
        </p:nvPicPr>
        <p:blipFill rotWithShape="1">
          <a:blip r:embed="rId3">
            <a:alphaModFix/>
          </a:blip>
          <a:srcRect l="2498" t="10584" r="1906" b="14835"/>
          <a:stretch/>
        </p:blipFill>
        <p:spPr>
          <a:xfrm>
            <a:off x="5014703" y="6416910"/>
            <a:ext cx="7150100" cy="431360"/>
          </a:xfrm>
          <a:prstGeom prst="rect">
            <a:avLst/>
          </a:prstGeom>
          <a:noFill/>
          <a:ln>
            <a:noFill/>
          </a:ln>
        </p:spPr>
      </p:pic>
      <p:grpSp>
        <p:nvGrpSpPr>
          <p:cNvPr id="195" name="Google Shape;195;p1"/>
          <p:cNvGrpSpPr/>
          <p:nvPr/>
        </p:nvGrpSpPr>
        <p:grpSpPr>
          <a:xfrm>
            <a:off x="166248" y="6490548"/>
            <a:ext cx="4247655" cy="273466"/>
            <a:chOff x="4366684" y="2926127"/>
            <a:chExt cx="3278335" cy="2571063"/>
          </a:xfrm>
        </p:grpSpPr>
        <p:sp>
          <p:nvSpPr>
            <p:cNvPr id="196" name="Google Shape;196;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197" name="Google Shape;197;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198" name="Google Shape;198;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199" name="Google Shape;199;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0" name="Google Shape;200;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1" name="Google Shape;201;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2" name="Google Shape;202;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3" name="Google Shape;203;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4" name="Google Shape;204;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5" name="Google Shape;205;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6" name="Google Shape;206;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7" name="Google Shape;207;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8" name="Google Shape;208;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09" name="Google Shape;209;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0" name="Google Shape;210;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1" name="Google Shape;211;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2" name="Google Shape;212;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3" name="Google Shape;213;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4" name="Google Shape;214;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5" name="Google Shape;215;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6" name="Google Shape;216;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7" name="Google Shape;217;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8" name="Google Shape;218;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19" name="Google Shape;219;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0" name="Google Shape;220;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1" name="Google Shape;221;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2" name="Google Shape;222;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3" name="Google Shape;223;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4" name="Google Shape;224;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5" name="Google Shape;225;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6" name="Google Shape;226;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7" name="Google Shape;227;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8" name="Google Shape;228;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29" name="Google Shape;229;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30" name="Google Shape;230;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grpSp>
      <p:pic>
        <p:nvPicPr>
          <p:cNvPr id="232" name="Google Shape;232;p1" descr="SCSCR"/>
          <p:cNvPicPr preferRelativeResize="0"/>
          <p:nvPr/>
        </p:nvPicPr>
        <p:blipFill rotWithShape="1">
          <a:blip r:embed="rId4">
            <a:alphaModFix/>
          </a:blip>
          <a:srcRect/>
          <a:stretch/>
        </p:blipFill>
        <p:spPr>
          <a:xfrm>
            <a:off x="11112500" y="62669"/>
            <a:ext cx="1047277" cy="1074253"/>
          </a:xfrm>
          <a:prstGeom prst="rect">
            <a:avLst/>
          </a:prstGeom>
          <a:noFill/>
          <a:ln>
            <a:noFill/>
          </a:ln>
        </p:spPr>
      </p:pic>
      <p:grpSp>
        <p:nvGrpSpPr>
          <p:cNvPr id="233" name="Google Shape;233;p1"/>
          <p:cNvGrpSpPr/>
          <p:nvPr/>
        </p:nvGrpSpPr>
        <p:grpSpPr>
          <a:xfrm>
            <a:off x="4232" y="6382984"/>
            <a:ext cx="12192000" cy="476250"/>
            <a:chOff x="0" y="6381750"/>
            <a:chExt cx="12192000" cy="476250"/>
          </a:xfrm>
        </p:grpSpPr>
        <p:sp>
          <p:nvSpPr>
            <p:cNvPr id="234" name="Google Shape;234;p1"/>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grpSp>
          <p:nvGrpSpPr>
            <p:cNvPr id="235" name="Google Shape;235;p1"/>
            <p:cNvGrpSpPr/>
            <p:nvPr/>
          </p:nvGrpSpPr>
          <p:grpSpPr>
            <a:xfrm>
              <a:off x="160089" y="6467143"/>
              <a:ext cx="4087748" cy="273466"/>
              <a:chOff x="4366684" y="2926127"/>
              <a:chExt cx="3278335" cy="2571063"/>
            </a:xfrm>
          </p:grpSpPr>
          <p:sp>
            <p:nvSpPr>
              <p:cNvPr id="236" name="Google Shape;236;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37" name="Google Shape;237;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38" name="Google Shape;238;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39" name="Google Shape;239;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0" name="Google Shape;240;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1" name="Google Shape;241;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2" name="Google Shape;242;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3" name="Google Shape;243;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4" name="Google Shape;244;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5" name="Google Shape;245;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6" name="Google Shape;246;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7" name="Google Shape;247;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8" name="Google Shape;248;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49" name="Google Shape;249;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0" name="Google Shape;250;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1" name="Google Shape;251;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2" name="Google Shape;252;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3" name="Google Shape;253;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4" name="Google Shape;254;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5" name="Google Shape;255;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6" name="Google Shape;256;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7" name="Google Shape;257;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8" name="Google Shape;258;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59" name="Google Shape;259;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0" name="Google Shape;260;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1" name="Google Shape;261;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2" name="Google Shape;262;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3" name="Google Shape;263;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4" name="Google Shape;264;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5" name="Google Shape;265;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6" name="Google Shape;266;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7" name="Google Shape;267;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8" name="Google Shape;268;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69" name="Google Shape;269;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sp>
            <p:nvSpPr>
              <p:cNvPr id="270" name="Google Shape;270;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Times New Roman"/>
                  <a:ea typeface="Times New Roman"/>
                  <a:cs typeface="Times New Roman"/>
                  <a:sym typeface="Times New Roman"/>
                </a:endParaRPr>
              </a:p>
            </p:txBody>
          </p:sp>
        </p:grpSp>
      </p:grpSp>
      <p:grpSp>
        <p:nvGrpSpPr>
          <p:cNvPr id="271" name="Google Shape;271;p1"/>
          <p:cNvGrpSpPr/>
          <p:nvPr/>
        </p:nvGrpSpPr>
        <p:grpSpPr>
          <a:xfrm>
            <a:off x="450920" y="6490548"/>
            <a:ext cx="4247655" cy="273466"/>
            <a:chOff x="4366684" y="2926127"/>
            <a:chExt cx="3278335" cy="2571063"/>
          </a:xfrm>
        </p:grpSpPr>
        <p:sp>
          <p:nvSpPr>
            <p:cNvPr id="272" name="Google Shape;272;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73" name="Google Shape;273;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74" name="Google Shape;274;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75" name="Google Shape;275;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76" name="Google Shape;276;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77" name="Google Shape;277;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78" name="Google Shape;278;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79" name="Google Shape;279;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0" name="Google Shape;280;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1" name="Google Shape;281;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2" name="Google Shape;282;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3" name="Google Shape;283;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4" name="Google Shape;284;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5" name="Google Shape;285;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6" name="Google Shape;286;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7" name="Google Shape;287;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8" name="Google Shape;288;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89" name="Google Shape;289;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0" name="Google Shape;290;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1" name="Google Shape;291;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2" name="Google Shape;292;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3" name="Google Shape;293;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4" name="Google Shape;294;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5" name="Google Shape;295;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6" name="Google Shape;296;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7" name="Google Shape;297;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8" name="Google Shape;298;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299" name="Google Shape;299;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300" name="Google Shape;300;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301" name="Google Shape;301;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302" name="Google Shape;302;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303" name="Google Shape;303;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304" name="Google Shape;304;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305" name="Google Shape;305;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306" name="Google Shape;306;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grpSp>
      <p:sp>
        <p:nvSpPr>
          <p:cNvPr id="307" name="Google Shape;307;p1"/>
          <p:cNvSpPr txBox="1"/>
          <p:nvPr/>
        </p:nvSpPr>
        <p:spPr>
          <a:xfrm>
            <a:off x="8167387" y="3400630"/>
            <a:ext cx="3687839" cy="13233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         Industry Mentor:</a:t>
            </a:r>
          </a:p>
          <a:p>
            <a:pPr>
              <a:buSzPts val="2000"/>
            </a:pPr>
            <a:r>
              <a:rPr lang="en-US" sz="2000" dirty="0">
                <a:solidFill>
                  <a:srgbClr val="000099"/>
                </a:solidFill>
                <a:latin typeface="Times New Roman"/>
                <a:ea typeface="Times New Roman"/>
                <a:cs typeface="Times New Roman"/>
                <a:sym typeface="Times New Roman"/>
              </a:rPr>
              <a:t>Name: Sushant Choudhari</a:t>
            </a:r>
          </a:p>
          <a:p>
            <a:pPr>
              <a:buSzPts val="2000"/>
            </a:pPr>
            <a:r>
              <a:rPr lang="en-US" sz="2000" dirty="0">
                <a:solidFill>
                  <a:srgbClr val="000099"/>
                </a:solidFill>
                <a:latin typeface="Times New Roman"/>
                <a:ea typeface="Times New Roman"/>
                <a:cs typeface="Times New Roman"/>
                <a:sym typeface="Times New Roman"/>
              </a:rPr>
              <a:t>Designation: Developer</a:t>
            </a:r>
          </a:p>
          <a:p>
            <a:pPr marL="0" marR="0" lvl="0" indent="0" algn="l" rtl="0">
              <a:lnSpc>
                <a:spcPct val="100000"/>
              </a:lnSpc>
              <a:spcBef>
                <a:spcPts val="0"/>
              </a:spcBef>
              <a:spcAft>
                <a:spcPts val="0"/>
              </a:spcAft>
              <a:buClr>
                <a:srgbClr val="000000"/>
              </a:buClr>
              <a:buSzPts val="2000"/>
              <a:buFont typeface="Arial"/>
              <a:buNone/>
            </a:pPr>
            <a:endParaRPr sz="2000" dirty="0">
              <a:solidFill>
                <a:srgbClr val="000099"/>
              </a:solidFill>
              <a:latin typeface="Times New Roman"/>
              <a:ea typeface="Times New Roman"/>
              <a:cs typeface="Times New Roman"/>
              <a:sym typeface="Times New Roman"/>
            </a:endParaRPr>
          </a:p>
        </p:txBody>
      </p:sp>
      <p:pic>
        <p:nvPicPr>
          <p:cNvPr id="308" name="Picture 307">
            <a:extLst>
              <a:ext uri="{FF2B5EF4-FFF2-40B4-BE49-F238E27FC236}">
                <a16:creationId xmlns:a16="http://schemas.microsoft.com/office/drawing/2014/main" id="{A095A2E8-533C-7DF9-5C5D-9BAF98CB5E5D}"/>
              </a:ext>
            </a:extLst>
          </p:cNvPr>
          <p:cNvPicPr>
            <a:picLocks noChangeAspect="1"/>
          </p:cNvPicPr>
          <p:nvPr/>
        </p:nvPicPr>
        <p:blipFill>
          <a:blip r:embed="rId5"/>
          <a:stretch>
            <a:fillRect/>
          </a:stretch>
        </p:blipFill>
        <p:spPr>
          <a:xfrm>
            <a:off x="1070691" y="165315"/>
            <a:ext cx="10025540" cy="488193"/>
          </a:xfrm>
          <a:prstGeom prst="rect">
            <a:avLst/>
          </a:prstGeom>
        </p:spPr>
      </p:pic>
      <p:pic>
        <p:nvPicPr>
          <p:cNvPr id="309" name="Picture 308">
            <a:extLst>
              <a:ext uri="{FF2B5EF4-FFF2-40B4-BE49-F238E27FC236}">
                <a16:creationId xmlns:a16="http://schemas.microsoft.com/office/drawing/2014/main" id="{1D6B6D71-EB36-E192-D618-E38FFDDA937E}"/>
              </a:ext>
            </a:extLst>
          </p:cNvPr>
          <p:cNvPicPr>
            <a:picLocks noChangeAspect="1"/>
          </p:cNvPicPr>
          <p:nvPr/>
        </p:nvPicPr>
        <p:blipFill>
          <a:blip r:embed="rId6"/>
          <a:stretch>
            <a:fillRect/>
          </a:stretch>
        </p:blipFill>
        <p:spPr>
          <a:xfrm>
            <a:off x="162115" y="83039"/>
            <a:ext cx="751095" cy="830622"/>
          </a:xfrm>
          <a:prstGeom prst="rect">
            <a:avLst/>
          </a:prstGeom>
        </p:spPr>
      </p:pic>
      <p:sp>
        <p:nvSpPr>
          <p:cNvPr id="231" name="Google Shape;307;p1"/>
          <p:cNvSpPr txBox="1"/>
          <p:nvPr/>
        </p:nvSpPr>
        <p:spPr>
          <a:xfrm>
            <a:off x="3878260" y="4568412"/>
            <a:ext cx="3687839" cy="13233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         Institute Mentor:</a:t>
            </a:r>
          </a:p>
          <a:p>
            <a:pPr marL="0" marR="0" lvl="0" indent="0" algn="l"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Name: Dr. Gagandeep Kaur</a:t>
            </a:r>
          </a:p>
          <a:p>
            <a:pPr>
              <a:buSzPts val="2000"/>
            </a:pPr>
            <a:r>
              <a:rPr lang="en-US" sz="2000" dirty="0">
                <a:solidFill>
                  <a:srgbClr val="000099"/>
                </a:solidFill>
                <a:latin typeface="Times New Roman"/>
                <a:ea typeface="Times New Roman"/>
                <a:cs typeface="Times New Roman"/>
                <a:sym typeface="Times New Roman"/>
              </a:rPr>
              <a:t>Designation: Assistant Professor</a:t>
            </a:r>
            <a:endParaRPr sz="2000" dirty="0">
              <a:solidFill>
                <a:srgbClr val="000099"/>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rgbClr val="000099"/>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4" name="Google Shape;124;p4"/>
          <p:cNvSpPr/>
          <p:nvPr/>
        </p:nvSpPr>
        <p:spPr>
          <a:xfrm>
            <a:off x="0" y="0"/>
            <a:ext cx="12192000" cy="685800"/>
          </a:xfrm>
          <a:prstGeom prst="rect">
            <a:avLst/>
          </a:prstGeom>
          <a:solidFill>
            <a:srgbClr val="FFC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Introduction of Company (Structure/Information) </a:t>
            </a:r>
            <a:endParaRPr sz="2400" b="1" dirty="0">
              <a:solidFill>
                <a:srgbClr val="FF0000"/>
              </a:solidFill>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2C23CC96-E38E-D9E7-96F3-C465C7DFD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0436" y="2237875"/>
            <a:ext cx="3665000" cy="238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51489880-9D0F-B54E-8695-CBA780DF28DF}"/>
              </a:ext>
            </a:extLst>
          </p:cNvPr>
          <p:cNvSpPr txBox="1"/>
          <p:nvPr/>
        </p:nvSpPr>
        <p:spPr>
          <a:xfrm>
            <a:off x="422438" y="1211493"/>
            <a:ext cx="6105681" cy="4952959"/>
          </a:xfrm>
          <a:prstGeom prst="rect">
            <a:avLst/>
          </a:prstGeom>
          <a:noFill/>
        </p:spPr>
        <p:txBody>
          <a:bodyPr wrap="square">
            <a:spAutoFit/>
          </a:bodyPr>
          <a:lstStyle/>
          <a:p>
            <a:pPr algn="just">
              <a:lnSpc>
                <a:spcPct val="115000"/>
              </a:lnSpc>
              <a:spcAft>
                <a:spcPts val="800"/>
              </a:spcAft>
              <a:buNone/>
            </a:pP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Riverstream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Consultancy Services is an IT-consulting and software company based in Nagpur; it was founded in 2011. The company has many services offered, including the desktop services, IT advisory, long-term maintenance and web and mobile application development.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Riverstream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having a team of well-educated specialists, focuses on the delivery of safe, scalable, and high-quality digital services to clients representing various sectors.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Riverstream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company developing over 25 applications and offering its services to clients both on the domestic and foreign market, is also more than familiar with client-centric methodology and having based much of its work on focusing on efficiency and simplicity. The company, because of its reliability and innovativeness, has been in line with the current trends in the industry.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C4DA94B-E5BC-1D5E-28BE-76386C8DFF3A}"/>
              </a:ext>
            </a:extLst>
          </p:cNvPr>
          <p:cNvSpPr txBox="1"/>
          <p:nvPr/>
        </p:nvSpPr>
        <p:spPr>
          <a:xfrm>
            <a:off x="7361499" y="5173884"/>
            <a:ext cx="3665000" cy="307777"/>
          </a:xfrm>
          <a:prstGeom prst="rect">
            <a:avLst/>
          </a:prstGeom>
          <a:noFill/>
        </p:spPr>
        <p:txBody>
          <a:bodyPr wrap="square" rtlCol="0">
            <a:spAutoFit/>
          </a:bodyPr>
          <a:lstStyle/>
          <a:p>
            <a:pPr algn="ctr"/>
            <a:r>
              <a:rPr lang="en-US" dirty="0"/>
              <a:t>Logo of the Company</a:t>
            </a:r>
            <a:endParaRPr lang="en-IN" dirty="0"/>
          </a:p>
        </p:txBody>
      </p:sp>
    </p:spTree>
    <p:extLst>
      <p:ext uri="{BB962C8B-B14F-4D97-AF65-F5344CB8AC3E}">
        <p14:creationId xmlns:p14="http://schemas.microsoft.com/office/powerpoint/2010/main" val="2842050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CA1A8E15-96DD-01AD-B6C0-9E1359EBB51A}"/>
            </a:ext>
          </a:extLst>
        </p:cNvPr>
        <p:cNvGrpSpPr/>
        <p:nvPr/>
      </p:nvGrpSpPr>
      <p:grpSpPr>
        <a:xfrm>
          <a:off x="0" y="0"/>
          <a:ext cx="0" cy="0"/>
          <a:chOff x="0" y="0"/>
          <a:chExt cx="0" cy="0"/>
        </a:xfrm>
      </p:grpSpPr>
      <p:sp>
        <p:nvSpPr>
          <p:cNvPr id="124" name="Google Shape;124;p4">
            <a:extLst>
              <a:ext uri="{FF2B5EF4-FFF2-40B4-BE49-F238E27FC236}">
                <a16:creationId xmlns:a16="http://schemas.microsoft.com/office/drawing/2014/main" id="{7A1AC5F9-57B6-1A88-E7B3-0BBC3434289B}"/>
              </a:ext>
            </a:extLst>
          </p:cNvPr>
          <p:cNvSpPr/>
          <p:nvPr/>
        </p:nvSpPr>
        <p:spPr>
          <a:xfrm>
            <a:off x="0" y="0"/>
            <a:ext cx="12192000" cy="685800"/>
          </a:xfrm>
          <a:prstGeom prst="rect">
            <a:avLst/>
          </a:prstGeom>
          <a:solidFill>
            <a:srgbClr val="FFC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Objectives of the Internship </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88EEBEB-59B7-9528-D3F5-96DC8220564B}"/>
              </a:ext>
            </a:extLst>
          </p:cNvPr>
          <p:cNvSpPr>
            <a:spLocks noChangeArrowheads="1"/>
          </p:cNvSpPr>
          <p:nvPr/>
        </p:nvSpPr>
        <p:spPr bwMode="auto">
          <a:xfrm rot="10800000" flipV="1">
            <a:off x="122903" y="1032471"/>
            <a:ext cx="1194619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Core Project Goal: Develop a Domain-Specific Chatbot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central objective was to create a functional conversational medical assistant. This was not a general-purpose chatbot; its key feature was the ability to answer user inquiries by relying exclusively on the information contained within a specific, user-provided PDF document.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Skill Application: Utilize Modern AI Tools and Architectures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major goal was to investigate and practically apply a modern AI stack. This involved using contemporary tools such as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HuggingFace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embeddings for text vectorization, the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Groq</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-hosted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3.3 Large Language Model for response generation, and the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LangChain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framework to structure the application.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 and Experience: Implement a User-Friendly Solution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also aimed to deliver the AI solution through an accessible and easy-to-use interface. The objective was to use the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framework to build this front-end.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Holistic Understanding: Comprehend the Full Application Lifecycle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Beyond just coding, a key learning objective was to understand the entire process of developing and deploying a web-based AI application.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Professional Development: Acquire Essential Soft Skills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Finally, the internship was designed to help acquire and refine crucial soft skills within a professional work setting. This included practical experience in debugging complex code, systematic problem-solving when faced with technical challenges, and the ability to adapt to new frameworks and technologies as required by the project.</a:t>
            </a:r>
          </a:p>
        </p:txBody>
      </p:sp>
    </p:spTree>
    <p:extLst>
      <p:ext uri="{BB962C8B-B14F-4D97-AF65-F5344CB8AC3E}">
        <p14:creationId xmlns:p14="http://schemas.microsoft.com/office/powerpoint/2010/main" val="6441320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5"/>
          <p:cNvSpPr/>
          <p:nvPr/>
        </p:nvSpPr>
        <p:spPr>
          <a:xfrm>
            <a:off x="0" y="0"/>
            <a:ext cx="12192000" cy="685800"/>
          </a:xfrm>
          <a:prstGeom prst="rect">
            <a:avLst/>
          </a:prstGeom>
          <a:solidFill>
            <a:srgbClr val="FFC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Work Assigned/ Technologies Working on</a:t>
            </a:r>
            <a:endParaRPr sz="2800" b="1" dirty="0">
              <a:solidFill>
                <a:srgbClr val="FF0000"/>
              </a:solidFill>
              <a:latin typeface="Times New Roman" panose="02020603050405020304" pitchFamily="18" charset="0"/>
              <a:ea typeface="Calibri"/>
              <a:cs typeface="Times New Roman" panose="02020603050405020304" pitchFamily="18" charset="0"/>
              <a:sym typeface="Calibri"/>
            </a:endParaRPr>
          </a:p>
        </p:txBody>
      </p:sp>
      <p:pic>
        <p:nvPicPr>
          <p:cNvPr id="3" name="Picture 2">
            <a:extLst>
              <a:ext uri="{FF2B5EF4-FFF2-40B4-BE49-F238E27FC236}">
                <a16:creationId xmlns:a16="http://schemas.microsoft.com/office/drawing/2014/main" id="{711A4A20-FF99-F8F1-D410-E7B80DD0911F}"/>
              </a:ext>
            </a:extLst>
          </p:cNvPr>
          <p:cNvPicPr>
            <a:picLocks noChangeAspect="1"/>
          </p:cNvPicPr>
          <p:nvPr/>
        </p:nvPicPr>
        <p:blipFill>
          <a:blip r:embed="rId3"/>
          <a:stretch>
            <a:fillRect/>
          </a:stretch>
        </p:blipFill>
        <p:spPr>
          <a:xfrm>
            <a:off x="8330288" y="1422726"/>
            <a:ext cx="3169285" cy="40125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E084D4D5-AE31-5F3A-958B-6698D7A59961}"/>
              </a:ext>
            </a:extLst>
          </p:cNvPr>
          <p:cNvSpPr txBox="1"/>
          <p:nvPr/>
        </p:nvSpPr>
        <p:spPr>
          <a:xfrm>
            <a:off x="202121" y="1051428"/>
            <a:ext cx="7481230" cy="5016758"/>
          </a:xfrm>
          <a:prstGeom prst="rect">
            <a:avLst/>
          </a:prstGeom>
          <a:noFill/>
        </p:spPr>
        <p:txBody>
          <a:bodyPr wrap="square" rtlCol="0">
            <a:spAutoFit/>
          </a:bodyPr>
          <a:lstStyle/>
          <a:p>
            <a:endParaRPr lang="en-US" dirty="0"/>
          </a:p>
          <a:p>
            <a:pPr algn="just"/>
            <a:r>
              <a:rPr lang="en-US" sz="1800" dirty="0">
                <a:latin typeface="Times New Roman" panose="02020603050405020304" pitchFamily="18" charset="0"/>
                <a:cs typeface="Times New Roman" panose="02020603050405020304" pitchFamily="18" charset="0"/>
              </a:rPr>
              <a:t>The primary work involved the end-to-end design and development of "</a:t>
            </a:r>
            <a:r>
              <a:rPr lang="en-US" sz="1800" dirty="0" err="1">
                <a:latin typeface="Times New Roman" panose="02020603050405020304" pitchFamily="18" charset="0"/>
                <a:cs typeface="Times New Roman" panose="02020603050405020304" pitchFamily="18" charset="0"/>
              </a:rPr>
              <a:t>MediBot</a:t>
            </a:r>
            <a:r>
              <a:rPr lang="en-US" sz="1800" dirty="0">
                <a:latin typeface="Times New Roman" panose="02020603050405020304" pitchFamily="18" charset="0"/>
                <a:cs typeface="Times New Roman" panose="02020603050405020304" pitchFamily="18" charset="0"/>
              </a:rPr>
              <a:t>," a proof-of-concept medical chatbot. Key responsibilities included:</a:t>
            </a:r>
          </a:p>
          <a:p>
            <a:pPr algn="just"/>
            <a:endParaRPr lang="en-US" sz="1800" dirty="0">
              <a:latin typeface="Times New Roman" panose="02020603050405020304" pitchFamily="18" charset="0"/>
              <a:cs typeface="Times New Roman" panose="02020603050405020304" pitchFamily="18" charset="0"/>
            </a:endParaRPr>
          </a:p>
          <a:p>
            <a:pPr marL="342900" indent="-342900" algn="just">
              <a:buAutoNum type="arabicPeriod"/>
            </a:pPr>
            <a:r>
              <a:rPr lang="en-US" sz="1800" dirty="0">
                <a:latin typeface="Times New Roman" panose="02020603050405020304" pitchFamily="18" charset="0"/>
                <a:cs typeface="Times New Roman" panose="02020603050405020304" pitchFamily="18" charset="0"/>
              </a:rPr>
              <a:t>Structuring the Application: Designing the complete workflow, from PDF data extraction and text chunking to generating relevant answers using the Retrieval-Augmented Generation (RAG) framework.</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2. Prompt Engineering: Creating custom prompt templates specifically designed to handle medical questions and guide the language model to provide accurate responses.</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3. UI Development: Building the interactive and user-friendly web interface for the chatbot using the </a:t>
            </a:r>
            <a:r>
              <a:rPr lang="en-US" sz="1800" dirty="0" err="1">
                <a:latin typeface="Times New Roman" panose="02020603050405020304" pitchFamily="18" charset="0"/>
                <a:cs typeface="Times New Roman" panose="02020603050405020304" pitchFamily="18" charset="0"/>
              </a:rPr>
              <a:t>Streamlit</a:t>
            </a:r>
            <a:r>
              <a:rPr lang="en-US" sz="1800" dirty="0">
                <a:latin typeface="Times New Roman" panose="02020603050405020304" pitchFamily="18" charset="0"/>
                <a:cs typeface="Times New Roman" panose="02020603050405020304" pitchFamily="18" charset="0"/>
              </a:rPr>
              <a:t> library.</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4. Testing and Optimization: Performing extensive testing with various user queries to ensure the system provided accurate, useful responses and continuously improving its performance.</a:t>
            </a:r>
            <a:endParaRPr lang="en-IN" sz="1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E39FA8F-61BC-036B-BD49-DFD8A6493DEE}"/>
              </a:ext>
            </a:extLst>
          </p:cNvPr>
          <p:cNvSpPr txBox="1"/>
          <p:nvPr/>
        </p:nvSpPr>
        <p:spPr>
          <a:xfrm>
            <a:off x="8738886" y="5845215"/>
            <a:ext cx="258115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Technologies Stack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2709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6" name="Google Shape;136;p6"/>
          <p:cNvSpPr/>
          <p:nvPr/>
        </p:nvSpPr>
        <p:spPr>
          <a:xfrm>
            <a:off x="0" y="0"/>
            <a:ext cx="12192000" cy="685800"/>
          </a:xfrm>
          <a:prstGeom prst="rect">
            <a:avLst/>
          </a:prstGeom>
          <a:solidFill>
            <a:srgbClr val="FFC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Project Description</a:t>
            </a:r>
            <a:endParaRPr sz="2800" b="1"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5" name="TextBox 4">
            <a:extLst>
              <a:ext uri="{FF2B5EF4-FFF2-40B4-BE49-F238E27FC236}">
                <a16:creationId xmlns:a16="http://schemas.microsoft.com/office/drawing/2014/main" id="{D87B99DD-4334-AC42-BB39-FF01BA2F8379}"/>
              </a:ext>
            </a:extLst>
          </p:cNvPr>
          <p:cNvSpPr txBox="1"/>
          <p:nvPr/>
        </p:nvSpPr>
        <p:spPr>
          <a:xfrm>
            <a:off x="653246" y="1166842"/>
            <a:ext cx="10885507" cy="4524315"/>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Project Name: </a:t>
            </a:r>
            <a:r>
              <a:rPr lang="en-US" sz="1800" b="1" dirty="0" err="1">
                <a:latin typeface="Times New Roman" panose="02020603050405020304" pitchFamily="18" charset="0"/>
                <a:cs typeface="Times New Roman" panose="02020603050405020304" pitchFamily="18" charset="0"/>
              </a:rPr>
              <a:t>MediBot</a:t>
            </a:r>
            <a:endParaRPr lang="en-US" sz="1800" b="1" dirty="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MediBot</a:t>
            </a:r>
            <a:r>
              <a:rPr lang="en-US" sz="1800" dirty="0">
                <a:latin typeface="Times New Roman" panose="02020603050405020304" pitchFamily="18" charset="0"/>
                <a:cs typeface="Times New Roman" panose="02020603050405020304" pitchFamily="18" charset="0"/>
              </a:rPr>
              <a:t> is a smart medical assistant designed to provide accurate, context-sensitive answers to medical questions based on a specific, user-provided document.</a:t>
            </a:r>
          </a:p>
          <a:p>
            <a:endParaRPr lang="en-US" sz="1800"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Goal and Problem Solved</a:t>
            </a:r>
          </a:p>
          <a:p>
            <a:pPr algn="just"/>
            <a:r>
              <a:rPr lang="en-US" sz="1800" dirty="0">
                <a:latin typeface="Times New Roman" panose="02020603050405020304" pitchFamily="18" charset="0"/>
                <a:cs typeface="Times New Roman" panose="02020603050405020304" pitchFamily="18" charset="0"/>
              </a:rPr>
              <a:t>The primary goal was to address the increasing demand for fast and reliable access to healthcare information. </a:t>
            </a:r>
            <a:r>
              <a:rPr lang="en-US" sz="1800" dirty="0" err="1">
                <a:latin typeface="Times New Roman" panose="02020603050405020304" pitchFamily="18" charset="0"/>
                <a:cs typeface="Times New Roman" panose="02020603050405020304" pitchFamily="18" charset="0"/>
              </a:rPr>
              <a:t>MediBot</a:t>
            </a:r>
            <a:r>
              <a:rPr lang="en-US" sz="1800" dirty="0">
                <a:latin typeface="Times New Roman" panose="02020603050405020304" pitchFamily="18" charset="0"/>
                <a:cs typeface="Times New Roman" panose="02020603050405020304" pitchFamily="18" charset="0"/>
              </a:rPr>
              <a:t> acts as a bridge between a user and credible medical knowledge by interpreting and answering questions using a designated medical PDF as its single source of truth. This ensures the responses are not just generic, but are factual, traceable, and directly relevant to the provided document.</a:t>
            </a:r>
          </a:p>
          <a:p>
            <a:pPr algn="just"/>
            <a:endParaRPr lang="en-US" sz="1800"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Core Technology</a:t>
            </a:r>
          </a:p>
          <a:p>
            <a:pPr algn="just"/>
            <a:r>
              <a:rPr lang="en-US" sz="1800" dirty="0">
                <a:latin typeface="Times New Roman" panose="02020603050405020304" pitchFamily="18" charset="0"/>
                <a:cs typeface="Times New Roman" panose="02020603050405020304" pitchFamily="18" charset="0"/>
              </a:rPr>
              <a:t>The project is built on a Retrieval-Augmented Generation (RAG) architecture, which enhances the capabilities of a traditional Large Language Model (LLM). Instead of relying solely on its pre-trained knowledge, the </a:t>
            </a:r>
            <a:r>
              <a:rPr lang="en-US" sz="1800" dirty="0" err="1">
                <a:latin typeface="Times New Roman" panose="02020603050405020304" pitchFamily="18" charset="0"/>
                <a:cs typeface="Times New Roman" panose="02020603050405020304" pitchFamily="18" charset="0"/>
              </a:rPr>
              <a:t>system:Retrieves</a:t>
            </a:r>
            <a:r>
              <a:rPr lang="en-US" sz="1800" dirty="0">
                <a:latin typeface="Times New Roman" panose="02020603050405020304" pitchFamily="18" charset="0"/>
                <a:cs typeface="Times New Roman" panose="02020603050405020304" pitchFamily="18" charset="0"/>
              </a:rPr>
              <a:t> the most relevant information from the provided medical </a:t>
            </a:r>
            <a:r>
              <a:rPr lang="en-US" sz="1800" dirty="0" err="1">
                <a:latin typeface="Times New Roman" panose="02020603050405020304" pitchFamily="18" charset="0"/>
                <a:cs typeface="Times New Roman" panose="02020603050405020304" pitchFamily="18" charset="0"/>
              </a:rPr>
              <a:t>document.Augments</a:t>
            </a:r>
            <a:r>
              <a:rPr lang="en-US" sz="1800" dirty="0">
                <a:latin typeface="Times New Roman" panose="02020603050405020304" pitchFamily="18" charset="0"/>
                <a:cs typeface="Times New Roman" panose="02020603050405020304" pitchFamily="18" charset="0"/>
              </a:rPr>
              <a:t> the user's question with this retrieved </a:t>
            </a:r>
            <a:r>
              <a:rPr lang="en-US" sz="1800" dirty="0" err="1">
                <a:latin typeface="Times New Roman" panose="02020603050405020304" pitchFamily="18" charset="0"/>
                <a:cs typeface="Times New Roman" panose="02020603050405020304" pitchFamily="18" charset="0"/>
              </a:rPr>
              <a:t>context.Generates</a:t>
            </a:r>
            <a:r>
              <a:rPr lang="en-US" sz="1800" dirty="0">
                <a:latin typeface="Times New Roman" panose="02020603050405020304" pitchFamily="18" charset="0"/>
                <a:cs typeface="Times New Roman" panose="02020603050405020304" pitchFamily="18" charset="0"/>
              </a:rPr>
              <a:t> a precise answer using the </a:t>
            </a:r>
            <a:r>
              <a:rPr lang="en-US" sz="1800" dirty="0" err="1">
                <a:latin typeface="Times New Roman" panose="02020603050405020304" pitchFamily="18" charset="0"/>
                <a:cs typeface="Times New Roman" panose="02020603050405020304" pitchFamily="18" charset="0"/>
              </a:rPr>
              <a:t>LLaMA</a:t>
            </a:r>
            <a:r>
              <a:rPr lang="en-US" sz="1800" dirty="0">
                <a:latin typeface="Times New Roman" panose="02020603050405020304" pitchFamily="18" charset="0"/>
                <a:cs typeface="Times New Roman" panose="02020603050405020304" pitchFamily="18" charset="0"/>
              </a:rPr>
              <a:t> 3.3 model, ensuring the response is grounded in the source material</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05543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2800" b="1" dirty="0">
                <a:solidFill>
                  <a:srgbClr val="FF0000"/>
                </a:solidFill>
                <a:latin typeface="Times New Roman" panose="02020603050405020304" pitchFamily="18" charset="0"/>
                <a:cs typeface="Times New Roman" panose="02020603050405020304" pitchFamily="18" charset="0"/>
              </a:rPr>
              <a:t>Hardware/Software Specification</a:t>
            </a:r>
          </a:p>
        </p:txBody>
      </p:sp>
      <p:graphicFrame>
        <p:nvGraphicFramePr>
          <p:cNvPr id="2" name="Table 1">
            <a:extLst>
              <a:ext uri="{FF2B5EF4-FFF2-40B4-BE49-F238E27FC236}">
                <a16:creationId xmlns:a16="http://schemas.microsoft.com/office/drawing/2014/main" id="{4DEB6001-AC85-FD81-7092-7D8CACB4027A}"/>
              </a:ext>
            </a:extLst>
          </p:cNvPr>
          <p:cNvGraphicFramePr>
            <a:graphicFrameLocks noGrp="1"/>
          </p:cNvGraphicFramePr>
          <p:nvPr>
            <p:extLst>
              <p:ext uri="{D42A27DB-BD31-4B8C-83A1-F6EECF244321}">
                <p14:modId xmlns:p14="http://schemas.microsoft.com/office/powerpoint/2010/main" val="541929570"/>
              </p:ext>
            </p:extLst>
          </p:nvPr>
        </p:nvGraphicFramePr>
        <p:xfrm>
          <a:off x="603812" y="1003579"/>
          <a:ext cx="10984376" cy="4896094"/>
        </p:xfrm>
        <a:graphic>
          <a:graphicData uri="http://schemas.openxmlformats.org/drawingml/2006/table">
            <a:tbl>
              <a:tblPr firstRow="1" firstCol="1" bandRow="1">
                <a:tableStyleId>{C4B1156A-380E-4F78-BDF5-A606A8083BF9}</a:tableStyleId>
              </a:tblPr>
              <a:tblGrid>
                <a:gridCol w="4732117">
                  <a:extLst>
                    <a:ext uri="{9D8B030D-6E8A-4147-A177-3AD203B41FA5}">
                      <a16:colId xmlns:a16="http://schemas.microsoft.com/office/drawing/2014/main" val="4064177874"/>
                    </a:ext>
                  </a:extLst>
                </a:gridCol>
                <a:gridCol w="6252259">
                  <a:extLst>
                    <a:ext uri="{9D8B030D-6E8A-4147-A177-3AD203B41FA5}">
                      <a16:colId xmlns:a16="http://schemas.microsoft.com/office/drawing/2014/main" val="606679609"/>
                    </a:ext>
                  </a:extLst>
                </a:gridCol>
              </a:tblGrid>
              <a:tr h="490866">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Requirement</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Description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5618485"/>
                  </a:ext>
                </a:extLst>
              </a:tr>
              <a:tr h="490866">
                <a:tc>
                  <a:txBody>
                    <a:bodyPr/>
                    <a:lstStyle/>
                    <a:p>
                      <a:pPr algn="ctr">
                        <a:lnSpc>
                          <a:spcPct val="115000"/>
                        </a:lnSpc>
                        <a:spcAft>
                          <a:spcPts val="800"/>
                        </a:spcAft>
                        <a:buNone/>
                      </a:pPr>
                      <a:r>
                        <a:rPr lang="en-IN" sz="1200" kern="100" dirty="0" err="1">
                          <a:effectLst/>
                          <a:latin typeface="Times New Roman" panose="02020603050405020304" pitchFamily="18" charset="0"/>
                          <a:cs typeface="Times New Roman" panose="02020603050405020304" pitchFamily="18" charset="0"/>
                        </a:rPr>
                        <a:t>langchain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Framework for building LLM-powered applications with chains and agents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2721507"/>
                  </a:ext>
                </a:extLst>
              </a:tr>
              <a:tr h="490866">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langchain-huggingface</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Integration to use </a:t>
                      </a:r>
                      <a:r>
                        <a:rPr lang="en-IN" sz="1200" kern="100" dirty="0" err="1">
                          <a:effectLst/>
                          <a:latin typeface="Times New Roman" panose="02020603050405020304" pitchFamily="18" charset="0"/>
                          <a:cs typeface="Times New Roman" panose="02020603050405020304" pitchFamily="18" charset="0"/>
                        </a:rPr>
                        <a:t>HuggingFace</a:t>
                      </a:r>
                      <a:r>
                        <a:rPr lang="en-IN" sz="1200" kern="100" dirty="0">
                          <a:effectLst/>
                          <a:latin typeface="Times New Roman" panose="02020603050405020304" pitchFamily="18" charset="0"/>
                          <a:cs typeface="Times New Roman" panose="02020603050405020304" pitchFamily="18" charset="0"/>
                        </a:rPr>
                        <a:t> embedding models with </a:t>
                      </a:r>
                      <a:r>
                        <a:rPr lang="en-IN" sz="1200" kern="100" dirty="0" err="1">
                          <a:effectLst/>
                          <a:latin typeface="Times New Roman" panose="02020603050405020304" pitchFamily="18" charset="0"/>
                          <a:cs typeface="Times New Roman" panose="02020603050405020304" pitchFamily="18" charset="0"/>
                        </a:rPr>
                        <a:t>LangChain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61135672"/>
                  </a:ext>
                </a:extLst>
              </a:tr>
              <a:tr h="490866">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langchain_community</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Community-contributed tools for extended LangChain support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79363306"/>
                  </a:ext>
                </a:extLst>
              </a:tr>
              <a:tr h="490866">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PyPDF2</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Python library to extract text and metadata from PDF documents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70474538"/>
                  </a:ext>
                </a:extLst>
              </a:tr>
              <a:tr h="969166">
                <a:tc>
                  <a:txBody>
                    <a:bodyPr/>
                    <a:lstStyle/>
                    <a:p>
                      <a:pPr algn="ctr">
                        <a:lnSpc>
                          <a:spcPct val="115000"/>
                        </a:lnSpc>
                        <a:spcAft>
                          <a:spcPts val="800"/>
                        </a:spcAft>
                        <a:buNone/>
                      </a:pPr>
                      <a:r>
                        <a:rPr lang="en-IN" sz="1200" kern="100" dirty="0" err="1">
                          <a:effectLst/>
                          <a:latin typeface="Times New Roman" panose="02020603050405020304" pitchFamily="18" charset="0"/>
                          <a:cs typeface="Times New Roman" panose="02020603050405020304" pitchFamily="18" charset="0"/>
                        </a:rPr>
                        <a:t>faiss-cpu</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Facebook AI Similarity Search for efficient vector similarity queries (CPU version)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03690172"/>
                  </a:ext>
                </a:extLst>
              </a:tr>
              <a:tr h="490866">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sentence-transformers</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Library for generating dense sentence embeddings using transformer models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52954964"/>
                  </a:ext>
                </a:extLst>
              </a:tr>
              <a:tr h="490866">
                <a:tc>
                  <a:txBody>
                    <a:bodyPr/>
                    <a:lstStyle/>
                    <a:p>
                      <a:pPr algn="ctr">
                        <a:lnSpc>
                          <a:spcPct val="115000"/>
                        </a:lnSpc>
                        <a:spcAft>
                          <a:spcPts val="800"/>
                        </a:spcAft>
                        <a:buNone/>
                      </a:pPr>
                      <a:r>
                        <a:rPr lang="en-IN" sz="1200" kern="100">
                          <a:effectLst/>
                          <a:latin typeface="Times New Roman" panose="02020603050405020304" pitchFamily="18" charset="0"/>
                          <a:cs typeface="Times New Roman" panose="02020603050405020304" pitchFamily="18" charset="0"/>
                        </a:rPr>
                        <a:t>streamlit</a:t>
                      </a:r>
                      <a:endParaRPr lang="en-IN"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Python framework for creating interactive web apps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37932392"/>
                  </a:ext>
                </a:extLst>
              </a:tr>
              <a:tr h="490866">
                <a:tc>
                  <a:txBody>
                    <a:bodyPr/>
                    <a:lstStyle/>
                    <a:p>
                      <a:pPr algn="ctr">
                        <a:lnSpc>
                          <a:spcPct val="115000"/>
                        </a:lnSpc>
                        <a:spcAft>
                          <a:spcPts val="800"/>
                        </a:spcAft>
                        <a:buNone/>
                      </a:pPr>
                      <a:r>
                        <a:rPr lang="en-IN" sz="1200" kern="100" dirty="0" err="1">
                          <a:effectLst/>
                          <a:latin typeface="Times New Roman" panose="02020603050405020304" pitchFamily="18" charset="0"/>
                          <a:cs typeface="Times New Roman" panose="02020603050405020304" pitchFamily="18" charset="0"/>
                        </a:rPr>
                        <a:t>langchain-groq</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200" kern="100" dirty="0" err="1">
                          <a:effectLst/>
                          <a:latin typeface="Times New Roman" panose="02020603050405020304" pitchFamily="18" charset="0"/>
                          <a:cs typeface="Times New Roman" panose="02020603050405020304" pitchFamily="18" charset="0"/>
                        </a:rPr>
                        <a:t>LangChain</a:t>
                      </a:r>
                      <a:r>
                        <a:rPr lang="en-IN" sz="1200" kern="100" dirty="0">
                          <a:effectLst/>
                          <a:latin typeface="Times New Roman" panose="02020603050405020304" pitchFamily="18" charset="0"/>
                          <a:cs typeface="Times New Roman" panose="02020603050405020304" pitchFamily="18" charset="0"/>
                        </a:rPr>
                        <a:t> integration for </a:t>
                      </a:r>
                      <a:r>
                        <a:rPr lang="en-IN" sz="1200" kern="100" dirty="0" err="1">
                          <a:effectLst/>
                          <a:latin typeface="Times New Roman" panose="02020603050405020304" pitchFamily="18" charset="0"/>
                          <a:cs typeface="Times New Roman" panose="02020603050405020304" pitchFamily="18" charset="0"/>
                        </a:rPr>
                        <a:t>Groq</a:t>
                      </a:r>
                      <a:r>
                        <a:rPr lang="en-IN" sz="1200" kern="100" dirty="0">
                          <a:effectLst/>
                          <a:latin typeface="Times New Roman" panose="02020603050405020304" pitchFamily="18" charset="0"/>
                          <a:cs typeface="Times New Roman" panose="02020603050405020304" pitchFamily="18" charset="0"/>
                        </a:rPr>
                        <a:t>-hosted </a:t>
                      </a:r>
                      <a:r>
                        <a:rPr lang="en-IN" sz="1200" kern="100" dirty="0" err="1">
                          <a:effectLst/>
                          <a:latin typeface="Times New Roman" panose="02020603050405020304" pitchFamily="18" charset="0"/>
                          <a:cs typeface="Times New Roman" panose="02020603050405020304" pitchFamily="18" charset="0"/>
                        </a:rPr>
                        <a:t>LLaMA</a:t>
                      </a:r>
                      <a:r>
                        <a:rPr lang="en-IN" sz="1200" kern="100" dirty="0">
                          <a:effectLst/>
                          <a:latin typeface="Times New Roman" panose="02020603050405020304" pitchFamily="18" charset="0"/>
                          <a:cs typeface="Times New Roman" panose="02020603050405020304" pitchFamily="18" charset="0"/>
                        </a:rPr>
                        <a:t>  LLM</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52941540"/>
                  </a:ext>
                </a:extLst>
              </a:tr>
            </a:tbl>
          </a:graphicData>
        </a:graphic>
      </p:graphicFrame>
      <p:sp>
        <p:nvSpPr>
          <p:cNvPr id="4" name="TextBox 3">
            <a:extLst>
              <a:ext uri="{FF2B5EF4-FFF2-40B4-BE49-F238E27FC236}">
                <a16:creationId xmlns:a16="http://schemas.microsoft.com/office/drawing/2014/main" id="{D394FC7A-BC40-3285-F3BA-94E7B0E2B138}"/>
              </a:ext>
            </a:extLst>
          </p:cNvPr>
          <p:cNvSpPr txBox="1"/>
          <p:nvPr/>
        </p:nvSpPr>
        <p:spPr>
          <a:xfrm>
            <a:off x="2850266" y="6063563"/>
            <a:ext cx="6163518" cy="307777"/>
          </a:xfrm>
          <a:prstGeom prst="rect">
            <a:avLst/>
          </a:prstGeom>
          <a:noFill/>
        </p:spPr>
        <p:txBody>
          <a:bodyPr wrap="square">
            <a:spAutoFit/>
          </a:bodyPr>
          <a:lstStyle/>
          <a:p>
            <a:pPr algn="ctr"/>
            <a:r>
              <a:rPr lang="en-IN" sz="1400" kern="100" dirty="0">
                <a:effectLst/>
                <a:latin typeface="Times New Roman" panose="02020603050405020304" pitchFamily="18" charset="0"/>
                <a:ea typeface="Calibri" panose="020F0502020204030204" pitchFamily="34" charset="0"/>
              </a:rPr>
              <a:t>Software Requirements Used in </a:t>
            </a:r>
            <a:r>
              <a:rPr lang="en-IN" sz="1400" kern="100" dirty="0" err="1">
                <a:effectLst/>
                <a:latin typeface="Times New Roman" panose="02020603050405020304" pitchFamily="18" charset="0"/>
                <a:ea typeface="Calibri" panose="020F0502020204030204" pitchFamily="34" charset="0"/>
              </a:rPr>
              <a:t>MediBot</a:t>
            </a:r>
            <a:r>
              <a:rPr lang="en-IN" sz="1400" kern="100" dirty="0">
                <a:effectLst/>
                <a:latin typeface="Times New Roman" panose="02020603050405020304" pitchFamily="18" charset="0"/>
                <a:ea typeface="Calibri" panose="020F0502020204030204" pitchFamily="34" charset="0"/>
              </a:rPr>
              <a:t> Development</a:t>
            </a:r>
            <a:endParaRPr lang="en-IN" dirty="0"/>
          </a:p>
        </p:txBody>
      </p:sp>
    </p:spTree>
    <p:extLst>
      <p:ext uri="{BB962C8B-B14F-4D97-AF65-F5344CB8AC3E}">
        <p14:creationId xmlns:p14="http://schemas.microsoft.com/office/powerpoint/2010/main" val="40115732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46451"/>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2800" b="1" dirty="0">
                <a:solidFill>
                  <a:srgbClr val="FF0000"/>
                </a:solidFill>
                <a:latin typeface="Times New Roman" panose="02020603050405020304" pitchFamily="18" charset="0"/>
                <a:cs typeface="Times New Roman" panose="02020603050405020304" pitchFamily="18" charset="0"/>
              </a:rPr>
              <a:t>Methodology</a:t>
            </a:r>
          </a:p>
        </p:txBody>
      </p:sp>
      <p:sp>
        <p:nvSpPr>
          <p:cNvPr id="9" name="Rectangle 6">
            <a:extLst>
              <a:ext uri="{FF2B5EF4-FFF2-40B4-BE49-F238E27FC236}">
                <a16:creationId xmlns:a16="http://schemas.microsoft.com/office/drawing/2014/main" id="{8B92891A-88CC-49C8-65EB-4009A9497F0D}"/>
              </a:ext>
            </a:extLst>
          </p:cNvPr>
          <p:cNvSpPr>
            <a:spLocks noGrp="1" noChangeArrowheads="1"/>
          </p:cNvSpPr>
          <p:nvPr>
            <p:ph sz="half" idx="2"/>
          </p:nvPr>
        </p:nvSpPr>
        <p:spPr bwMode="auto">
          <a:xfrm>
            <a:off x="334195" y="1042701"/>
            <a:ext cx="6302579"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Document Processing &amp; Indexing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Extraction: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first ingests a medical PDF document and extracts raw text from its pages using the PyPDF2 library.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Chunking:</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extracted text is then divided into smaller, manageable chunks to prepare it for processing.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Embedding Generation: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text chunk is converted into a numerical vector (embedding) using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HuggingFace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Sentence Transformers. This allows for semantic understanding and comparison.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Vector Storage: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generated embeddings are indexed and stored in a FAISS (Facebook AI Similarity Search) vector database for fast and efficient retrieval.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Query, Retrieval, and Response Generation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Query:</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inputs a medical question through the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interface.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 Retrieval:</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searches the FAISS database to find the most relevant text chunks (context) related to the user's query.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Prompt Engineering:</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retrieved context is combined with the user's question into a specialized prompt, which is designed to guide the language model to provide a precise answer.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LLM Response: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complete prompt is sent to the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Groq</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-hosted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3.3 model, which generates a detailed, context-specific answer.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Answer:</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final answer is displayed to the user, with an option to view the source text from the original document to ensure traceability and trust.</a:t>
            </a:r>
          </a:p>
        </p:txBody>
      </p:sp>
      <p:pic>
        <p:nvPicPr>
          <p:cNvPr id="11" name="Picture 10">
            <a:extLst>
              <a:ext uri="{FF2B5EF4-FFF2-40B4-BE49-F238E27FC236}">
                <a16:creationId xmlns:a16="http://schemas.microsoft.com/office/drawing/2014/main" id="{6AAC6AAD-A140-066E-47EB-31CE007B41B7}"/>
              </a:ext>
            </a:extLst>
          </p:cNvPr>
          <p:cNvPicPr>
            <a:picLocks noChangeAspect="1"/>
          </p:cNvPicPr>
          <p:nvPr/>
        </p:nvPicPr>
        <p:blipFill>
          <a:blip r:embed="rId2"/>
          <a:stretch>
            <a:fillRect/>
          </a:stretch>
        </p:blipFill>
        <p:spPr>
          <a:xfrm>
            <a:off x="7209940" y="1334374"/>
            <a:ext cx="4647865" cy="3965211"/>
          </a:xfrm>
          <a:prstGeom prst="rect">
            <a:avLst/>
          </a:prstGeom>
        </p:spPr>
      </p:pic>
      <p:sp>
        <p:nvSpPr>
          <p:cNvPr id="12" name="TextBox 11">
            <a:extLst>
              <a:ext uri="{FF2B5EF4-FFF2-40B4-BE49-F238E27FC236}">
                <a16:creationId xmlns:a16="http://schemas.microsoft.com/office/drawing/2014/main" id="{AC80949E-E24D-F7CB-1521-9EB5CF0AFF15}"/>
              </a:ext>
            </a:extLst>
          </p:cNvPr>
          <p:cNvSpPr txBox="1"/>
          <p:nvPr/>
        </p:nvSpPr>
        <p:spPr>
          <a:xfrm>
            <a:off x="7993626" y="5604387"/>
            <a:ext cx="3116826" cy="307777"/>
          </a:xfrm>
          <a:prstGeom prst="rect">
            <a:avLst/>
          </a:prstGeom>
          <a:noFill/>
        </p:spPr>
        <p:txBody>
          <a:bodyPr wrap="square" rtlCol="0">
            <a:spAutoFit/>
          </a:bodyPr>
          <a:lstStyle/>
          <a:p>
            <a:pPr algn="ctr"/>
            <a:r>
              <a:rPr lang="en-US" dirty="0"/>
              <a:t>Workflow of the Project</a:t>
            </a:r>
            <a:endParaRPr lang="en-IN" dirty="0"/>
          </a:p>
        </p:txBody>
      </p:sp>
      <p:pic>
        <p:nvPicPr>
          <p:cNvPr id="14" name="Picture 13">
            <a:extLst>
              <a:ext uri="{FF2B5EF4-FFF2-40B4-BE49-F238E27FC236}">
                <a16:creationId xmlns:a16="http://schemas.microsoft.com/office/drawing/2014/main" id="{09BE39BE-E1F9-6333-805F-3B5BCBEA36A7}"/>
              </a:ext>
            </a:extLst>
          </p:cNvPr>
          <p:cNvPicPr>
            <a:picLocks noChangeAspect="1"/>
          </p:cNvPicPr>
          <p:nvPr/>
        </p:nvPicPr>
        <p:blipFill>
          <a:blip r:embed="rId3"/>
          <a:stretch>
            <a:fillRect/>
          </a:stretch>
        </p:blipFill>
        <p:spPr>
          <a:xfrm>
            <a:off x="10328911" y="1573531"/>
            <a:ext cx="45719" cy="76078"/>
          </a:xfrm>
          <a:prstGeom prst="rect">
            <a:avLst/>
          </a:prstGeom>
        </p:spPr>
      </p:pic>
      <p:pic>
        <p:nvPicPr>
          <p:cNvPr id="15" name="Picture 14">
            <a:extLst>
              <a:ext uri="{FF2B5EF4-FFF2-40B4-BE49-F238E27FC236}">
                <a16:creationId xmlns:a16="http://schemas.microsoft.com/office/drawing/2014/main" id="{64CDA91C-844E-2A88-2478-115C362C20B6}"/>
              </a:ext>
            </a:extLst>
          </p:cNvPr>
          <p:cNvPicPr>
            <a:picLocks noChangeAspect="1"/>
          </p:cNvPicPr>
          <p:nvPr/>
        </p:nvPicPr>
        <p:blipFill>
          <a:blip r:embed="rId3"/>
          <a:stretch>
            <a:fillRect/>
          </a:stretch>
        </p:blipFill>
        <p:spPr>
          <a:xfrm>
            <a:off x="10353676" y="1535492"/>
            <a:ext cx="45719" cy="76078"/>
          </a:xfrm>
          <a:prstGeom prst="rect">
            <a:avLst/>
          </a:prstGeom>
        </p:spPr>
      </p:pic>
    </p:spTree>
    <p:extLst>
      <p:ext uri="{BB962C8B-B14F-4D97-AF65-F5344CB8AC3E}">
        <p14:creationId xmlns:p14="http://schemas.microsoft.com/office/powerpoint/2010/main" val="1811825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724DCE2D-D85B-F39C-4F67-AC8CC8FB78C1}"/>
                  </a:ext>
                </a:extLst>
              </p:cNvPr>
              <p:cNvGraphicFramePr>
                <a:graphicFrameLocks noChangeAspect="1"/>
              </p:cNvGraphicFramePr>
              <p:nvPr>
                <p:extLst>
                  <p:ext uri="{D42A27DB-BD31-4B8C-83A1-F6EECF244321}">
                    <p14:modId xmlns:p14="http://schemas.microsoft.com/office/powerpoint/2010/main" val="691454300"/>
                  </p:ext>
                </p:extLst>
              </p:nvPr>
            </p:nvGraphicFramePr>
            <p:xfrm>
              <a:off x="0" y="639349"/>
              <a:ext cx="12192000" cy="6218651"/>
            </p:xfrm>
            <a:graphic>
              <a:graphicData uri="http://schemas.microsoft.com/office/powerpoint/2016/summaryzoom">
                <psuz:summaryZm>
                  <psuz:summaryZmObj sectionId="{4D46B612-F856-4946-955F-408F50E3AA4B}" offsetFactorX="-2485" offsetFactorY="-23884">
                    <psuz:zmPr id="{6D910684-3F6E-4261-B74E-588873B69468}" transitionDur="1000">
                      <p166:blipFill xmlns:p166="http://schemas.microsoft.com/office/powerpoint/2016/6/main">
                        <a:blip r:embed="rId2"/>
                        <a:stretch>
                          <a:fillRect/>
                        </a:stretch>
                      </p166:blipFill>
                      <p166:spPr xmlns:p166="http://schemas.microsoft.com/office/powerpoint/2016/6/main">
                        <a:xfrm>
                          <a:off x="370393" y="829192"/>
                          <a:ext cx="5486400" cy="3086100"/>
                        </a:xfrm>
                        <a:prstGeom prst="rect">
                          <a:avLst/>
                        </a:prstGeom>
                        <a:ln w="3175">
                          <a:solidFill>
                            <a:prstClr val="ltGray"/>
                          </a:solidFill>
                        </a:ln>
                      </p166:spPr>
                    </psuz:zmPr>
                  </psuz:summaryZmObj>
                  <psuz:summaryZmObj sectionId="{5A171CC6-E43B-4F1E-BFAD-90FC272607CB}" offsetFactorX="1492" offsetFactorY="-24329">
                    <psuz:zmPr id="{BEDDF711-6EC8-4267-A9D2-89EE2891431B}" transitionDur="1000">
                      <p166:blipFill xmlns:p166="http://schemas.microsoft.com/office/powerpoint/2016/6/main">
                        <a:blip r:embed="rId3"/>
                        <a:stretch>
                          <a:fillRect/>
                        </a:stretch>
                      </p166:blipFill>
                      <p166:spPr xmlns:p166="http://schemas.microsoft.com/office/powerpoint/2016/6/main">
                        <a:xfrm>
                          <a:off x="6280727" y="815459"/>
                          <a:ext cx="5486400" cy="3086100"/>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724DCE2D-D85B-F39C-4F67-AC8CC8FB78C1}"/>
                  </a:ext>
                </a:extLst>
              </p:cNvPr>
              <p:cNvGrpSpPr>
                <a:grpSpLocks noGrp="1" noUngrp="1" noRot="1" noChangeAspect="1" noMove="1" noResize="1"/>
              </p:cNvGrpSpPr>
              <p:nvPr/>
            </p:nvGrpSpPr>
            <p:grpSpPr>
              <a:xfrm>
                <a:off x="0" y="639349"/>
                <a:ext cx="12192000" cy="6218651"/>
                <a:chOff x="0" y="639349"/>
                <a:chExt cx="12192000" cy="6218651"/>
              </a:xfrm>
            </p:grpSpPr>
            <p:pic>
              <p:nvPicPr>
                <p:cNvPr id="2" name="Picture 2">
                  <a:hlinkClick r:id="rId4"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370393" y="1468541"/>
                  <a:ext cx="5486400" cy="3086100"/>
                </a:xfrm>
                <a:prstGeom prst="rect">
                  <a:avLst/>
                </a:prstGeom>
                <a:ln w="3175">
                  <a:solidFill>
                    <a:prstClr val="ltGray"/>
                  </a:solidFill>
                </a:ln>
              </p:spPr>
            </p:pic>
            <p:pic>
              <p:nvPicPr>
                <p:cNvPr id="3" name="Picture 3">
                  <a:hlinkClick r:id="rId5"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6280727" y="1454808"/>
                  <a:ext cx="5486400" cy="3086100"/>
                </a:xfrm>
                <a:prstGeom prst="rect">
                  <a:avLst/>
                </a:prstGeom>
                <a:ln w="3175">
                  <a:solidFill>
                    <a:prstClr val="ltGray"/>
                  </a:solidFill>
                </a:ln>
              </p:spPr>
            </p:pic>
          </p:grpSp>
        </mc:Fallback>
      </mc:AlternateContent>
      <p:sp>
        <p:nvSpPr>
          <p:cNvPr id="6" name="Rectangle 5">
            <a:extLst>
              <a:ext uri="{FF2B5EF4-FFF2-40B4-BE49-F238E27FC236}">
                <a16:creationId xmlns:a16="http://schemas.microsoft.com/office/drawing/2014/main" id="{00EE6BAC-AEC8-1615-DA15-10AFF85CB190}"/>
              </a:ext>
            </a:extLst>
          </p:cNvPr>
          <p:cNvSpPr>
            <a:spLocks noChangeArrowheads="1"/>
          </p:cNvSpPr>
          <p:nvPr/>
        </p:nvSpPr>
        <p:spPr bwMode="auto">
          <a:xfrm>
            <a:off x="0" y="-46451"/>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2800" b="1" dirty="0">
                <a:solidFill>
                  <a:srgbClr val="FF0000"/>
                </a:solidFill>
                <a:latin typeface="Times New Roman" panose="02020603050405020304" pitchFamily="18" charset="0"/>
                <a:cs typeface="Times New Roman" panose="02020603050405020304" pitchFamily="18" charset="0"/>
              </a:rPr>
              <a:t>Implementation Results</a:t>
            </a:r>
          </a:p>
        </p:txBody>
      </p:sp>
      <p:sp>
        <p:nvSpPr>
          <p:cNvPr id="7" name="TextBox 6">
            <a:extLst>
              <a:ext uri="{FF2B5EF4-FFF2-40B4-BE49-F238E27FC236}">
                <a16:creationId xmlns:a16="http://schemas.microsoft.com/office/drawing/2014/main" id="{862294DE-760D-C0F1-863A-FE255F88823D}"/>
              </a:ext>
            </a:extLst>
          </p:cNvPr>
          <p:cNvSpPr txBox="1"/>
          <p:nvPr/>
        </p:nvSpPr>
        <p:spPr>
          <a:xfrm>
            <a:off x="6096000" y="6858000"/>
            <a:ext cx="184731" cy="307777"/>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1B55B54D-9DD9-EE66-3A15-54CAD23A4E25}"/>
              </a:ext>
            </a:extLst>
          </p:cNvPr>
          <p:cNvSpPr txBox="1"/>
          <p:nvPr/>
        </p:nvSpPr>
        <p:spPr>
          <a:xfrm>
            <a:off x="5636871" y="3078866"/>
            <a:ext cx="914400" cy="914400"/>
          </a:xfrm>
          <a:prstGeom prst="rect">
            <a:avLst/>
          </a:prstGeom>
          <a:noFill/>
        </p:spPr>
        <p:txBody>
          <a:bodyPr wrap="square" rtlCol="0">
            <a:spAutoFit/>
          </a:bodyPr>
          <a:lstStyle/>
          <a:p>
            <a:endParaRPr lang="en-IN" dirty="0"/>
          </a:p>
        </p:txBody>
      </p:sp>
      <p:sp>
        <p:nvSpPr>
          <p:cNvPr id="12" name="TextBox 11">
            <a:extLst>
              <a:ext uri="{FF2B5EF4-FFF2-40B4-BE49-F238E27FC236}">
                <a16:creationId xmlns:a16="http://schemas.microsoft.com/office/drawing/2014/main" id="{0E3F3BFE-2245-8A74-D3B6-8DBB39AA6E00}"/>
              </a:ext>
            </a:extLst>
          </p:cNvPr>
          <p:cNvSpPr txBox="1"/>
          <p:nvPr/>
        </p:nvSpPr>
        <p:spPr>
          <a:xfrm>
            <a:off x="2502061" y="4665040"/>
            <a:ext cx="1398608" cy="307777"/>
          </a:xfrm>
          <a:prstGeom prst="rect">
            <a:avLst/>
          </a:prstGeom>
          <a:noFill/>
        </p:spPr>
        <p:txBody>
          <a:bodyPr wrap="square" rtlCol="0">
            <a:spAutoFit/>
          </a:bodyPr>
          <a:lstStyle/>
          <a:p>
            <a:pPr algn="ctr"/>
            <a:r>
              <a:rPr lang="en-US" dirty="0"/>
              <a:t>Page 1</a:t>
            </a:r>
            <a:endParaRPr lang="en-IN" dirty="0"/>
          </a:p>
        </p:txBody>
      </p:sp>
      <p:sp>
        <p:nvSpPr>
          <p:cNvPr id="13" name="TextBox 12">
            <a:extLst>
              <a:ext uri="{FF2B5EF4-FFF2-40B4-BE49-F238E27FC236}">
                <a16:creationId xmlns:a16="http://schemas.microsoft.com/office/drawing/2014/main" id="{AB9A7398-D596-8F37-B6CF-30BC2F37AD36}"/>
              </a:ext>
            </a:extLst>
          </p:cNvPr>
          <p:cNvSpPr txBox="1"/>
          <p:nvPr/>
        </p:nvSpPr>
        <p:spPr>
          <a:xfrm>
            <a:off x="8522826" y="4665039"/>
            <a:ext cx="1398608" cy="307777"/>
          </a:xfrm>
          <a:prstGeom prst="rect">
            <a:avLst/>
          </a:prstGeom>
          <a:noFill/>
        </p:spPr>
        <p:txBody>
          <a:bodyPr wrap="square" rtlCol="0">
            <a:spAutoFit/>
          </a:bodyPr>
          <a:lstStyle/>
          <a:p>
            <a:pPr algn="ctr"/>
            <a:r>
              <a:rPr lang="en-US" dirty="0"/>
              <a:t>Page 2</a:t>
            </a:r>
            <a:endParaRPr lang="en-IN" dirty="0"/>
          </a:p>
        </p:txBody>
      </p:sp>
    </p:spTree>
    <p:extLst>
      <p:ext uri="{BB962C8B-B14F-4D97-AF65-F5344CB8AC3E}">
        <p14:creationId xmlns:p14="http://schemas.microsoft.com/office/powerpoint/2010/main" val="22295102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A4A7C-A330-D6C5-825A-2E57EF248C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34298A-4C5E-E57E-BCBF-D063EA6AABD8}"/>
              </a:ext>
            </a:extLst>
          </p:cNvPr>
          <p:cNvSpPr>
            <a:spLocks noChangeArrowheads="1"/>
          </p:cNvSpPr>
          <p:nvPr/>
        </p:nvSpPr>
        <p:spPr bwMode="auto">
          <a:xfrm>
            <a:off x="0" y="-46451"/>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2800" b="1" dirty="0">
                <a:solidFill>
                  <a:srgbClr val="FF0000"/>
                </a:solidFill>
                <a:latin typeface="Times New Roman" panose="02020603050405020304" pitchFamily="18" charset="0"/>
                <a:cs typeface="Times New Roman" panose="02020603050405020304" pitchFamily="18" charset="0"/>
              </a:rPr>
              <a:t>Implementation Results</a:t>
            </a:r>
          </a:p>
        </p:txBody>
      </p:sp>
      <p:pic>
        <p:nvPicPr>
          <p:cNvPr id="2" name="Picture 2">
            <a:extLst>
              <a:ext uri="{FF2B5EF4-FFF2-40B4-BE49-F238E27FC236}">
                <a16:creationId xmlns:a16="http://schemas.microsoft.com/office/drawing/2014/main" id="{DB784B11-6D74-ABD8-4931-34E0D483E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747" y="912742"/>
            <a:ext cx="9408573" cy="5704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4207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79EFF-B31C-E514-9E54-B7293F8DEB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C06A50-830B-FF0E-B24F-AA4F02CEB972}"/>
              </a:ext>
            </a:extLst>
          </p:cNvPr>
          <p:cNvSpPr>
            <a:spLocks noChangeArrowheads="1"/>
          </p:cNvSpPr>
          <p:nvPr/>
        </p:nvSpPr>
        <p:spPr bwMode="auto">
          <a:xfrm>
            <a:off x="0" y="-46451"/>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2800" b="1" dirty="0">
                <a:solidFill>
                  <a:srgbClr val="FF0000"/>
                </a:solidFill>
                <a:latin typeface="Times New Roman" panose="02020603050405020304" pitchFamily="18" charset="0"/>
                <a:cs typeface="Times New Roman" panose="02020603050405020304" pitchFamily="18" charset="0"/>
              </a:rPr>
              <a:t>Implementation Results</a:t>
            </a:r>
          </a:p>
        </p:txBody>
      </p:sp>
      <p:pic>
        <p:nvPicPr>
          <p:cNvPr id="3" name="Picture 3">
            <a:extLst>
              <a:ext uri="{FF2B5EF4-FFF2-40B4-BE49-F238E27FC236}">
                <a16:creationId xmlns:a16="http://schemas.microsoft.com/office/drawing/2014/main" id="{89460C6D-61B4-DC09-071C-B271DD15EC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0016" y="1279843"/>
            <a:ext cx="8540463" cy="4739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D9ED52C9-D199-E87B-886B-6AB29287E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731" y="1279844"/>
            <a:ext cx="2335251" cy="3882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0898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2800" b="1" dirty="0">
                <a:solidFill>
                  <a:srgbClr val="FF0000"/>
                </a:solidFill>
                <a:latin typeface="Times New Roman" panose="02020603050405020304" pitchFamily="18" charset="0"/>
                <a:cs typeface="Times New Roman" panose="02020603050405020304" pitchFamily="18" charset="0"/>
              </a:rPr>
              <a:t>Internship Completion Certificate </a:t>
            </a:r>
          </a:p>
        </p:txBody>
      </p:sp>
      <p:pic>
        <p:nvPicPr>
          <p:cNvPr id="1026" name="Picture 2">
            <a:extLst>
              <a:ext uri="{FF2B5EF4-FFF2-40B4-BE49-F238E27FC236}">
                <a16:creationId xmlns:a16="http://schemas.microsoft.com/office/drawing/2014/main" id="{6B61AC59-E486-6BC7-0124-11328080E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1591" y="921693"/>
            <a:ext cx="4820890" cy="545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1611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1BB32-854E-F621-01D5-64A055B8F9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07C5DF-267D-F813-C454-4D2D5B429154}"/>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2800" b="1" dirty="0">
                <a:solidFill>
                  <a:srgbClr val="FF0000"/>
                </a:solidFill>
                <a:latin typeface="Times New Roman" panose="02020603050405020304" pitchFamily="18" charset="0"/>
                <a:cs typeface="Times New Roman" panose="02020603050405020304" pitchFamily="18" charset="0"/>
              </a:rPr>
              <a:t>Internship Experience and Learnings</a:t>
            </a:r>
          </a:p>
        </p:txBody>
      </p:sp>
      <p:sp>
        <p:nvSpPr>
          <p:cNvPr id="5" name="TextBox 4">
            <a:extLst>
              <a:ext uri="{FF2B5EF4-FFF2-40B4-BE49-F238E27FC236}">
                <a16:creationId xmlns:a16="http://schemas.microsoft.com/office/drawing/2014/main" id="{E6549BFE-1E39-9AAB-DF83-77E3A34D11A8}"/>
              </a:ext>
            </a:extLst>
          </p:cNvPr>
          <p:cNvSpPr txBox="1"/>
          <p:nvPr/>
        </p:nvSpPr>
        <p:spPr>
          <a:xfrm>
            <a:off x="314446" y="1114682"/>
            <a:ext cx="11563108" cy="5155257"/>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Internship Experience</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Developed "</a:t>
            </a:r>
            <a:r>
              <a:rPr lang="en-IN" sz="1800" dirty="0" err="1">
                <a:latin typeface="Times New Roman" panose="02020603050405020304" pitchFamily="18" charset="0"/>
                <a:cs typeface="Times New Roman" panose="02020603050405020304" pitchFamily="18" charset="0"/>
              </a:rPr>
              <a:t>MediBot</a:t>
            </a:r>
            <a:r>
              <a:rPr lang="en-IN" sz="1800" dirty="0">
                <a:latin typeface="Times New Roman" panose="02020603050405020304" pitchFamily="18" charset="0"/>
                <a:cs typeface="Times New Roman" panose="02020603050405020304" pitchFamily="18" charset="0"/>
              </a:rPr>
              <a:t>," a medical AI chatbot, from concept to prototype.</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Implemented a Retrieval Augmented Generation (RAG) architecture to ensure accuracy.</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Managed the full development cycle: data extraction, UI creation with </a:t>
            </a:r>
            <a:r>
              <a:rPr lang="en-IN" sz="1800" dirty="0" err="1">
                <a:latin typeface="Times New Roman" panose="02020603050405020304" pitchFamily="18" charset="0"/>
                <a:cs typeface="Times New Roman" panose="02020603050405020304" pitchFamily="18" charset="0"/>
              </a:rPr>
              <a:t>Streamlit</a:t>
            </a:r>
            <a:r>
              <a:rPr lang="en-IN" sz="1800" dirty="0">
                <a:latin typeface="Times New Roman" panose="02020603050405020304" pitchFamily="18" charset="0"/>
                <a:cs typeface="Times New Roman" panose="02020603050405020304" pitchFamily="18" charset="0"/>
              </a:rPr>
              <a:t>, and LLM integration.</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Conducted extensive testing and optimization for performance and usability.</a:t>
            </a:r>
          </a:p>
          <a:p>
            <a:pPr algn="ctr"/>
            <a:endParaRPr lang="en-IN" sz="1800" b="1" dirty="0">
              <a:latin typeface="Times New Roman" panose="02020603050405020304" pitchFamily="18" charset="0"/>
              <a:cs typeface="Times New Roman" panose="02020603050405020304" pitchFamily="18" charset="0"/>
            </a:endParaRPr>
          </a:p>
          <a:p>
            <a:pPr algn="ctr">
              <a:lnSpc>
                <a:spcPct val="150000"/>
              </a:lnSpc>
            </a:pPr>
            <a:r>
              <a:rPr lang="en-IN" sz="2000" b="1" dirty="0">
                <a:latin typeface="Times New Roman" panose="02020603050405020304" pitchFamily="18" charset="0"/>
                <a:cs typeface="Times New Roman" panose="02020603050405020304" pitchFamily="18" charset="0"/>
              </a:rPr>
              <a:t>Key Learnings</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Core Technologies: Gained hands-on skills in Python, RAG, FAISS Vector Stores, and </a:t>
            </a:r>
            <a:r>
              <a:rPr lang="en-IN" sz="1800" dirty="0" err="1">
                <a:latin typeface="Times New Roman" panose="02020603050405020304" pitchFamily="18" charset="0"/>
                <a:cs typeface="Times New Roman" panose="02020603050405020304" pitchFamily="18" charset="0"/>
              </a:rPr>
              <a:t>LangChain</a:t>
            </a:r>
            <a:r>
              <a:rPr lang="en-IN" sz="1800" dirty="0">
                <a:latin typeface="Times New Roman" panose="02020603050405020304" pitchFamily="18" charset="0"/>
                <a:cs typeface="Times New Roman" panose="02020603050405020304" pitchFamily="18" charset="0"/>
              </a:rPr>
              <a:t>.</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AI &amp; LLMs: Learned to integrate and utilize Large Language Models (</a:t>
            </a:r>
            <a:r>
              <a:rPr lang="en-IN" sz="1800" dirty="0" err="1">
                <a:latin typeface="Times New Roman" panose="02020603050405020304" pitchFamily="18" charset="0"/>
                <a:cs typeface="Times New Roman" panose="02020603050405020304" pitchFamily="18" charset="0"/>
              </a:rPr>
              <a:t>LLaMA</a:t>
            </a:r>
            <a:r>
              <a:rPr lang="en-IN" sz="1800" dirty="0">
                <a:latin typeface="Times New Roman" panose="02020603050405020304" pitchFamily="18" charset="0"/>
                <a:cs typeface="Times New Roman" panose="02020603050405020304" pitchFamily="18" charset="0"/>
              </a:rPr>
              <a:t> 3.3) and </a:t>
            </a:r>
            <a:r>
              <a:rPr lang="en-IN" sz="1800" dirty="0" err="1">
                <a:latin typeface="Times New Roman" panose="02020603050405020304" pitchFamily="18" charset="0"/>
                <a:cs typeface="Times New Roman" panose="02020603050405020304" pitchFamily="18" charset="0"/>
              </a:rPr>
              <a:t>HuggingFace</a:t>
            </a:r>
            <a:r>
              <a:rPr lang="en-IN" sz="1800" dirty="0">
                <a:latin typeface="Times New Roman" panose="02020603050405020304" pitchFamily="18" charset="0"/>
                <a:cs typeface="Times New Roman" panose="02020603050405020304" pitchFamily="18" charset="0"/>
              </a:rPr>
              <a:t> embeddings.</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Practical Application: Mastered building scalable, document-driven Q&amp;A systems and creating interactive web UIs with </a:t>
            </a:r>
            <a:r>
              <a:rPr lang="en-IN" sz="1800" dirty="0" err="1">
                <a:latin typeface="Times New Roman" panose="02020603050405020304" pitchFamily="18" charset="0"/>
                <a:cs typeface="Times New Roman" panose="02020603050405020304" pitchFamily="18" charset="0"/>
              </a:rPr>
              <a:t>Streamlit</a:t>
            </a:r>
            <a:r>
              <a:rPr lang="en-IN" sz="1800" dirty="0">
                <a:latin typeface="Times New Roman" panose="02020603050405020304" pitchFamily="18" charset="0"/>
                <a:cs typeface="Times New Roman" panose="02020603050405020304" pitchFamily="18" charset="0"/>
              </a:rPr>
              <a:t>.</a:t>
            </a:r>
          </a:p>
          <a:p>
            <a:pPr marL="342900"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Professional Growth: Enhanced problem-solving, debugging in a corporate setting.</a:t>
            </a:r>
          </a:p>
          <a:p>
            <a:pPr algn="ctr"/>
            <a:endParaRPr lang="en-IN" sz="1800" b="1" dirty="0"/>
          </a:p>
        </p:txBody>
      </p:sp>
    </p:spTree>
    <p:extLst>
      <p:ext uri="{BB962C8B-B14F-4D97-AF65-F5344CB8AC3E}">
        <p14:creationId xmlns:p14="http://schemas.microsoft.com/office/powerpoint/2010/main" val="5549337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0" y="2871527"/>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4400" b="1" dirty="0">
                <a:solidFill>
                  <a:srgbClr val="FF0000"/>
                </a:solidFill>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3034023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1251</Words>
  <Application>Microsoft Office PowerPoint</Application>
  <PresentationFormat>Widescreen</PresentationFormat>
  <Paragraphs>103</Paragraphs>
  <Slides>13</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Times New Roman</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mukund kuthe</cp:lastModifiedBy>
  <cp:revision>9</cp:revision>
  <dcterms:created xsi:type="dcterms:W3CDTF">2024-06-03T04:50:38Z</dcterms:created>
  <dcterms:modified xsi:type="dcterms:W3CDTF">2025-08-20T05:31:45Z</dcterms:modified>
</cp:coreProperties>
</file>